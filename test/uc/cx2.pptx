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KPI 노트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30" y="488015"/>
            <a:ext cx="860377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KPI 대시보드 (grid · flex 중앙정렬 · 그림자 · 투명도)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609630" y="1104870"/>
            <a:ext cx="2600371" cy="1143000"/>
          </a:xfrm>
          <a:prstGeom prst="roundRect">
            <a:avLst>
              <a:gd name="adj" fmla="val 1166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00000">
                <a:alpha val="2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800100" y="1339779"/>
            <a:ext cx="1081369" cy="561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1,284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800100" y="1856781"/>
            <a:ext cx="815553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활성 사용자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400471" y="1104870"/>
            <a:ext cx="2600371" cy="1143000"/>
          </a:xfrm>
          <a:prstGeom prst="roundRect">
            <a:avLst>
              <a:gd name="adj" fmla="val 1166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00000">
                <a:alpha val="2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590940" y="1339779"/>
            <a:ext cx="1205362" cy="561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98.2%</a:t>
            </a:r>
            <a:endParaRPr lang="en-US" sz="3300" dirty="0"/>
          </a:p>
        </p:txBody>
      </p:sp>
      <p:sp>
        <p:nvSpPr>
          <p:cNvPr id="9" name="Text 6"/>
          <p:cNvSpPr/>
          <p:nvPr/>
        </p:nvSpPr>
        <p:spPr>
          <a:xfrm>
            <a:off x="3590940" y="1856781"/>
            <a:ext cx="457200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가용성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91220" y="1104870"/>
            <a:ext cx="2600371" cy="1143000"/>
          </a:xfrm>
          <a:prstGeom prst="roundRect">
            <a:avLst>
              <a:gd name="adj" fmla="val 1166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00000">
                <a:alpha val="2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381780" y="1339779"/>
            <a:ext cx="1358524" cy="561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₩4.2억</a:t>
            </a:r>
            <a:endParaRPr lang="en-US" sz="3300" dirty="0"/>
          </a:p>
        </p:txBody>
      </p:sp>
      <p:sp>
        <p:nvSpPr>
          <p:cNvPr id="12" name="Text 9"/>
          <p:cNvSpPr/>
          <p:nvPr/>
        </p:nvSpPr>
        <p:spPr>
          <a:xfrm>
            <a:off x="6381780" y="1856781"/>
            <a:ext cx="510784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매출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982060" y="1104870"/>
            <a:ext cx="2600371" cy="1143000"/>
          </a:xfrm>
          <a:prstGeom prst="roundRect">
            <a:avLst>
              <a:gd name="adj" fmla="val 1166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00000">
                <a:alpha val="2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9172621" y="1339779"/>
            <a:ext cx="1154156" cy="561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+18%</a:t>
            </a:r>
            <a:endParaRPr lang="en-US" sz="3300" dirty="0"/>
          </a:p>
        </p:txBody>
      </p:sp>
      <p:sp>
        <p:nvSpPr>
          <p:cNvPr id="15" name="Text 12"/>
          <p:cNvSpPr/>
          <p:nvPr/>
        </p:nvSpPr>
        <p:spPr>
          <a:xfrm>
            <a:off x="9172621" y="1856781"/>
            <a:ext cx="663214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전월 대비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09630" y="2724180"/>
            <a:ext cx="647670" cy="3429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</p:sp>
      <p:sp>
        <p:nvSpPr>
          <p:cNvPr id="17" name="Text 14"/>
          <p:cNvSpPr/>
          <p:nvPr/>
        </p:nvSpPr>
        <p:spPr>
          <a:xfrm>
            <a:off x="781080" y="2794955"/>
            <a:ext cx="304770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1485900" y="2514600"/>
            <a:ext cx="761970" cy="76197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9" name="Text 16"/>
          <p:cNvSpPr/>
          <p:nvPr/>
        </p:nvSpPr>
        <p:spPr>
          <a:xfrm>
            <a:off x="1773022" y="2736616"/>
            <a:ext cx="187635" cy="35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2100" dirty="0"/>
          </a:p>
        </p:txBody>
      </p:sp>
      <p:sp>
        <p:nvSpPr>
          <p:cNvPr id="20" name="Shape 17"/>
          <p:cNvSpPr/>
          <p:nvPr/>
        </p:nvSpPr>
        <p:spPr>
          <a:xfrm>
            <a:off x="2476470" y="2590770"/>
            <a:ext cx="2095530" cy="609630"/>
          </a:xfrm>
          <a:prstGeom prst="roundRect">
            <a:avLst>
              <a:gd name="adj" fmla="val 12494"/>
            </a:avLst>
          </a:prstGeom>
          <a:ln w="28575">
            <a:solidFill>
              <a:srgbClr val="11111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963479" y="2768255"/>
            <a:ext cx="1121420" cy="27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 텍스트</a:t>
            </a:r>
            <a:endParaRPr lang="en-US" sz="1650" dirty="0"/>
          </a:p>
        </p:txBody>
      </p:sp>
      <p:sp>
        <p:nvSpPr>
          <p:cNvPr id="22" name="Shape 19"/>
          <p:cNvSpPr/>
          <p:nvPr/>
        </p:nvSpPr>
        <p:spPr>
          <a:xfrm>
            <a:off x="4800600" y="2590770"/>
            <a:ext cx="1143000" cy="609630"/>
          </a:xfrm>
          <a:prstGeom prst="rect">
            <a:avLst/>
          </a:prstGeom>
          <a:solidFill>
            <a:srgbClr val="EF4444">
              <a:alpha val="40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5045111" y="2794955"/>
            <a:ext cx="653796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투명 40%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09630" y="3605479"/>
            <a:ext cx="11010930" cy="676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혼합 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굵게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algn="l" indent="0" marL="0">
              <a:lnSpc>
                <a:spcPts val="2250"/>
              </a:lnSpc>
              <a:buNone/>
            </a:pPr>
            <a:r>
              <a:rPr lang="en-US" sz="1500" i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기울임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algn="l" indent="0" marL="0">
              <a:lnSpc>
                <a:spcPts val="2250"/>
              </a:lnSpc>
              <a:buNone/>
            </a:pPr>
            <a:r>
              <a:rPr lang="en-US" sz="1500" u="sng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밑줄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빨강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algn="l" indent="0" marL="0">
              <a:lnSpc>
                <a:spcPts val="2250"/>
              </a:lnSpc>
              <a:buNone/>
            </a:pPr>
            <a:r>
              <a:rPr lang="en-US" sz="22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글씨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가 한 문단에 섞여 있고 줄바꿈도 자연스럽게 일어나야 합니다. 두 번째 문장은 조금 더 길게 써서 여러 줄이 되도록 합니다.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30" y="488015"/>
            <a:ext cx="712912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절대 위치 · 회전 · 하이라이트 · 중첩 리스트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30" y="1237458"/>
            <a:ext cx="1924629" cy="257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 하나 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11111"/>
                </a:solidFill>
                <a:highlight>
                  <a:srgbClr val="FDE047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하이라이트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76270" y="1579992"/>
            <a:ext cx="1006389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하위 항목 1-1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876270" y="1880006"/>
            <a:ext cx="1006389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하위 항목 1-2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609630" y="2180478"/>
            <a:ext cx="4991070" cy="542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 둘 — 긴 문장이 들어가서 한 줄을 넘어 다음 줄로 자연스럽게 넘어가는지 확인합니다 확인합니다.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4627" y="2907609"/>
            <a:ext cx="766450" cy="257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</a:t>
            </a:r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 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24627" y="3212379"/>
            <a:ext cx="766450" cy="257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</a:t>
            </a:r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 2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 rot="21120000">
            <a:off x="6476970" y="1333470"/>
            <a:ext cx="1777411" cy="523860"/>
          </a:xfrm>
          <a:prstGeom prst="rect">
            <a:avLst/>
          </a:prstGeom>
          <a:ln w="28575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 rot="21120000">
            <a:off x="6658021" y="1436522"/>
            <a:ext cx="1415491" cy="35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APPROVED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6667530" y="2857500"/>
            <a:ext cx="4572000" cy="2476470"/>
          </a:xfrm>
          <a:prstGeom prst="roundRect">
            <a:avLst>
              <a:gd name="adj" fmla="val 9231"/>
            </a:avLst>
          </a:prstGeom>
          <a:solidFill>
            <a:srgbClr val="1E293B">
              <a:alpha val="60000"/>
            </a:srgbClr>
          </a:solidFill>
          <a:ln w="19050">
            <a:solidFill>
              <a:srgbClr val="38BDF8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915150" y="3153948"/>
            <a:ext cx="4038630" cy="55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우측 정렬 텍스트</a:t>
            </a:r>
            <a:endParaRPr lang="en-US" sz="1650" dirty="0"/>
          </a:p>
          <a:p>
            <a:pPr algn="r"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둘째 줄 (br)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09630" y="6302776"/>
            <a:ext cx="264810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spc="225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FOOTER · UPPERCASE SPACING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30" y="488015"/>
            <a:ext cx="690856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복합 표 (colspan · rowspan · 배경 · 정렬)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14385" y="1109624"/>
            <a:ext cx="1794876" cy="857250"/>
          </a:xfrm>
          <a:prstGeom prst="rect">
            <a:avLst/>
          </a:prstGeom>
          <a:solidFill>
            <a:srgbClr val="1E293B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57215" y="1430396"/>
            <a:ext cx="150912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2409261" y="1109624"/>
            <a:ext cx="4583887" cy="428671"/>
          </a:xfrm>
          <a:prstGeom prst="rect">
            <a:avLst/>
          </a:prstGeom>
          <a:solidFill>
            <a:srgbClr val="1E293B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52090" y="1216061"/>
            <a:ext cx="429813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993148" y="1109624"/>
            <a:ext cx="4584527" cy="428671"/>
          </a:xfrm>
          <a:prstGeom prst="rect">
            <a:avLst/>
          </a:prstGeom>
          <a:solidFill>
            <a:srgbClr val="1E293B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5978" y="1216061"/>
            <a:ext cx="429877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409261" y="1538295"/>
            <a:ext cx="2291944" cy="428671"/>
          </a:xfrm>
          <a:prstGeom prst="rect">
            <a:avLst/>
          </a:prstGeom>
          <a:solidFill>
            <a:srgbClr val="1E293B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52090" y="1644731"/>
            <a:ext cx="20061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상반기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701205" y="1538295"/>
            <a:ext cx="2291944" cy="428671"/>
          </a:xfrm>
          <a:prstGeom prst="rect">
            <a:avLst/>
          </a:prstGeom>
          <a:solidFill>
            <a:srgbClr val="1E293B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4034" y="1644731"/>
            <a:ext cx="20061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하반기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993148" y="1538295"/>
            <a:ext cx="2291944" cy="428671"/>
          </a:xfrm>
          <a:prstGeom prst="rect">
            <a:avLst/>
          </a:prstGeom>
          <a:solidFill>
            <a:srgbClr val="1E293B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5978" y="1644731"/>
            <a:ext cx="20061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상반기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9285092" y="1538295"/>
            <a:ext cx="2292584" cy="428671"/>
          </a:xfrm>
          <a:prstGeom prst="rect">
            <a:avLst/>
          </a:prstGeom>
          <a:solidFill>
            <a:srgbClr val="1E293B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27921" y="1644731"/>
            <a:ext cx="200683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하반기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14385" y="1966874"/>
            <a:ext cx="1794876" cy="428671"/>
          </a:xfrm>
          <a:prstGeom prst="rect">
            <a:avLst/>
          </a:prstGeom>
          <a:solidFill>
            <a:srgbClr val="F1F5F9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2460" y="2073311"/>
            <a:ext cx="34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2409261" y="1966874"/>
            <a:ext cx="2291944" cy="428671"/>
          </a:xfrm>
          <a:prstGeom prst="rect">
            <a:avLst/>
          </a:prstGeom>
          <a:ln w="9525">
            <a:solidFill>
              <a:srgbClr val="94A3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52090" y="2073311"/>
            <a:ext cx="20061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701205" y="1966874"/>
            <a:ext cx="2291944" cy="428671"/>
          </a:xfrm>
          <a:prstGeom prst="rect">
            <a:avLst/>
          </a:prstGeom>
          <a:ln w="9525">
            <a:solidFill>
              <a:srgbClr val="94A3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4034" y="2073311"/>
            <a:ext cx="20061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140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993148" y="1966874"/>
            <a:ext cx="2291944" cy="428671"/>
          </a:xfrm>
          <a:prstGeom prst="rect">
            <a:avLst/>
          </a:prstGeom>
          <a:ln w="9525">
            <a:solidFill>
              <a:srgbClr val="94A3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5978" y="2073311"/>
            <a:ext cx="20061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160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9285092" y="1966874"/>
            <a:ext cx="2292584" cy="428671"/>
          </a:xfrm>
          <a:prstGeom prst="rect">
            <a:avLst/>
          </a:prstGeom>
          <a:solidFill>
            <a:srgbClr val="DCFCE7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27921" y="2073311"/>
            <a:ext cx="200683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190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14385" y="2395545"/>
            <a:ext cx="1794876" cy="428671"/>
          </a:xfrm>
          <a:prstGeom prst="rect">
            <a:avLst/>
          </a:prstGeom>
          <a:solidFill>
            <a:srgbClr val="F1F5F9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2460" y="2501981"/>
            <a:ext cx="34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2409261" y="2395545"/>
            <a:ext cx="2291944" cy="428671"/>
          </a:xfrm>
          <a:prstGeom prst="rect">
            <a:avLst/>
          </a:prstGeom>
          <a:ln w="9525">
            <a:solidFill>
              <a:srgbClr val="94A3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52090" y="2501981"/>
            <a:ext cx="20061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4701205" y="2395545"/>
            <a:ext cx="2291944" cy="428671"/>
          </a:xfrm>
          <a:prstGeom prst="rect">
            <a:avLst/>
          </a:prstGeom>
          <a:ln w="9525">
            <a:solidFill>
              <a:srgbClr val="94A3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4034" y="2501981"/>
            <a:ext cx="20061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6993148" y="2395545"/>
            <a:ext cx="2291944" cy="428671"/>
          </a:xfrm>
          <a:prstGeom prst="rect">
            <a:avLst/>
          </a:prstGeom>
          <a:ln w="9525">
            <a:solidFill>
              <a:srgbClr val="94A3B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35978" y="2501981"/>
            <a:ext cx="20061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95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9285092" y="2395545"/>
            <a:ext cx="2292584" cy="428671"/>
          </a:xfrm>
          <a:prstGeom prst="rect">
            <a:avLst/>
          </a:prstGeom>
          <a:ln w="9525">
            <a:solidFill>
              <a:srgbClr val="94A3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427921" y="2501981"/>
            <a:ext cx="200683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614385" y="2824124"/>
            <a:ext cx="1794876" cy="428671"/>
          </a:xfrm>
          <a:prstGeom prst="rect">
            <a:avLst/>
          </a:prstGeom>
          <a:solidFill>
            <a:srgbClr val="F1F5F9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2460" y="2930561"/>
            <a:ext cx="34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이익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2409261" y="2824124"/>
            <a:ext cx="2291944" cy="428671"/>
          </a:xfrm>
          <a:prstGeom prst="rect">
            <a:avLst/>
          </a:prstGeom>
          <a:ln w="9525">
            <a:solidFill>
              <a:srgbClr val="94A3B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52090" y="2930561"/>
            <a:ext cx="20061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4701205" y="2824124"/>
            <a:ext cx="2291944" cy="428671"/>
          </a:xfrm>
          <a:prstGeom prst="rect">
            <a:avLst/>
          </a:prstGeom>
          <a:ln w="9525">
            <a:solidFill>
              <a:srgbClr val="94A3B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4034" y="2930561"/>
            <a:ext cx="20061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6993148" y="2824124"/>
            <a:ext cx="2291944" cy="428671"/>
          </a:xfrm>
          <a:prstGeom prst="rect">
            <a:avLst/>
          </a:prstGeom>
          <a:ln w="9525">
            <a:solidFill>
              <a:srgbClr val="94A3B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35978" y="2930561"/>
            <a:ext cx="20061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65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9285092" y="2824124"/>
            <a:ext cx="2292584" cy="428671"/>
          </a:xfrm>
          <a:prstGeom prst="rect">
            <a:avLst/>
          </a:prstGeom>
          <a:solidFill>
            <a:srgbClr val="DCFCE7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427921" y="2930561"/>
            <a:ext cx="200683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</a:t>
            </a:r>
            <a:endParaRPr lang="en-US" sz="1350" dirty="0"/>
          </a:p>
        </p:txBody>
      </p:sp>
      <p:sp>
        <p:nvSpPr>
          <p:cNvPr id="47" name="Shape 45"/>
          <p:cNvSpPr/>
          <p:nvPr/>
        </p:nvSpPr>
        <p:spPr>
          <a:xfrm>
            <a:off x="609630" y="3733770"/>
            <a:ext cx="5143500" cy="1238280"/>
          </a:xfrm>
          <a:custGeom>
            <a:avLst/>
            <a:gdLst/>
            <a:ahLst/>
            <a:cxnLst/>
            <a:rect l="l" t="t" r="r" b="b"/>
            <a:pathLst>
              <a:path w="5143500" h="1238280">
                <a:moveTo>
                  <a:pt x="0" y="1238280"/>
                </a:moveTo>
                <a:lnTo>
                  <a:pt x="952530" y="952530"/>
                </a:lnTo>
                <a:lnTo>
                  <a:pt x="1904970" y="1047720"/>
                </a:lnTo>
                <a:lnTo>
                  <a:pt x="2857500" y="476220"/>
                </a:lnTo>
                <a:lnTo>
                  <a:pt x="3810030" y="666780"/>
                </a:lnTo>
                <a:lnTo>
                  <a:pt x="5143500" y="0"/>
                </a:lnTo>
              </a:path>
            </a:pathLst>
          </a:custGeom>
          <a:ln w="38100">
            <a:solidFill>
              <a:srgbClr val="0EA5E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390870" y="4133820"/>
            <a:ext cx="152430" cy="152430"/>
          </a:xfrm>
          <a:custGeom>
            <a:avLst/>
            <a:gdLst/>
            <a:ahLst/>
            <a:cxnLst/>
            <a:rect l="l" t="t" r="r" b="b"/>
            <a:pathLst>
              <a:path w="152430" h="152430">
                <a:moveTo>
                  <a:pt x="152430" y="76170"/>
                </a:moveTo>
                <a:cubicBezTo>
                  <a:pt x="152430" y="118323"/>
                  <a:pt x="118323" y="152430"/>
                  <a:pt x="76170" y="152430"/>
                </a:cubicBezTo>
                <a:cubicBezTo>
                  <a:pt x="34107" y="152430"/>
                  <a:pt x="0" y="118323"/>
                  <a:pt x="0" y="76170"/>
                </a:cubicBezTo>
                <a:cubicBezTo>
                  <a:pt x="0" y="34107"/>
                  <a:pt x="34107" y="0"/>
                  <a:pt x="76170" y="0"/>
                </a:cubicBezTo>
                <a:cubicBezTo>
                  <a:pt x="118323" y="0"/>
                  <a:pt x="152430" y="34107"/>
                  <a:pt x="152430" y="7617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49" name="Text 47"/>
          <p:cNvSpPr/>
          <p:nvPr/>
        </p:nvSpPr>
        <p:spPr>
          <a:xfrm>
            <a:off x="3562320" y="3952220"/>
            <a:ext cx="40562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peak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30" y="488015"/>
            <a:ext cx="712912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다단 · 그라디언트 카드 · 잘림 · 외부 이미지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30" y="1146200"/>
            <a:ext cx="5333970" cy="777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본문이 두 단으로 흐릅니다. 다단 레이아웃은 PPT에 직접 대응되는 개념이 없어서 텍스트가 한 상자로 합쳐질 수 있습니다. 이 부분이 어떻게 변환되는지 확인합니다. 본문이 두 단으로 흐릅니다. 다단 레이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286500" y="1146200"/>
            <a:ext cx="53339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아웃은 PPT에 직접 대응되는 개념이 없어서 텍스트가 한 상자로 합쳐질 수 있습니다.</a:t>
            </a:r>
            <a:endParaRPr lang="en-US" sz="1350" dirty="0"/>
          </a:p>
        </p:txBody>
      </p:sp>
      <p:sp>
        <p:nvSpPr>
          <p:cNvPr id="5" name="hp1"/>
          <p:cNvSpPr/>
          <p:nvPr/>
        </p:nvSpPr>
        <p:spPr>
          <a:xfrm>
            <a:off x="609630" y="2213488"/>
            <a:ext cx="4000500" cy="1104870"/>
          </a:xfrm>
          <a:prstGeom prst="roundRect">
            <a:avLst>
              <a:gd name="adj" fmla="val 17239"/>
            </a:avLst>
          </a:prstGeom>
          <a:gradFill rotWithShape="1">
            <a:gsLst>
              <a:gs pos="0">
                <a:srgbClr val="6366F1"/>
              </a:gs>
              <a:gs pos="100000">
                <a:srgbClr val="EC4899"/>
              </a:gs>
            </a:gsLst>
            <a:lin ang="0" scaled="0"/>
          </a:gradFill>
          <a:ln/>
        </p:spPr>
      </p:sp>
      <p:sp>
        <p:nvSpPr>
          <p:cNvPr id="6" name="Text 4"/>
          <p:cNvSpPr/>
          <p:nvPr/>
        </p:nvSpPr>
        <p:spPr>
          <a:xfrm>
            <a:off x="838230" y="2457176"/>
            <a:ext cx="358143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그라디언트 카드</a:t>
            </a:r>
            <a:endParaRPr lang="en-US" sz="1950" dirty="0"/>
          </a:p>
          <a:p>
            <a:pPr algn="l" indent="0" marL="0">
              <a:lnSpc>
                <a:spcPts val="234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위 글자는 네이티브여야 함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4895880" y="2213488"/>
            <a:ext cx="2857500" cy="952530"/>
          </a:xfrm>
          <a:prstGeom prst="rect">
            <a:avLst/>
          </a:prstGeom>
          <a:ln w="19050">
            <a:solidFill>
              <a:srgbClr val="0EA5E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4900" y="2232599"/>
            <a:ext cx="2838480" cy="381030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9130" y="2213488"/>
            <a:ext cx="190497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30" y="488015"/>
            <a:ext cx="105580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한계 극복: 변형 그룹 · z-index · text-shadow · inset · animation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 rot="360000">
            <a:off x="590520" y="1143000"/>
            <a:ext cx="3771900" cy="2095530"/>
          </a:xfrm>
          <a:prstGeom prst="roundRect">
            <a:avLst>
              <a:gd name="adj" fmla="val 7998"/>
            </a:avLst>
          </a:prstGeom>
          <a:solidFill>
            <a:srgbClr val="FFFFFF"/>
          </a:solidFill>
          <a:ln w="20955">
            <a:solidFill>
              <a:srgbClr val="FB923C"/>
            </a:solidFill>
            <a:prstDash val="solid"/>
          </a:ln>
          <a:effectLst>
            <a:outerShdw sx="100000" sy="100000" kx="0" ky="0" algn="bl" rotWithShape="0" blurRad="167640" dist="62865" dir="54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 rot="360000">
            <a:off x="891631" y="1309878"/>
            <a:ext cx="1926184" cy="35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74"/>
              </a:lnSpc>
              <a:buNone/>
            </a:pPr>
            <a:r>
              <a:rPr lang="en-US" sz="2145" b="1" dirty="0">
                <a:solidFill>
                  <a:srgbClr val="C241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회전+확대 그룹</a:t>
            </a:r>
            <a:endParaRPr lang="en-US" sz="2145" dirty="0"/>
          </a:p>
        </p:txBody>
      </p:sp>
      <p:sp>
        <p:nvSpPr>
          <p:cNvPr id="5" name="Text 3"/>
          <p:cNvSpPr/>
          <p:nvPr/>
        </p:nvSpPr>
        <p:spPr>
          <a:xfrm rot="360000">
            <a:off x="849203" y="1758025"/>
            <a:ext cx="1829989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48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자식 요소도 네이티브</a:t>
            </a:r>
            <a:endParaRPr lang="en-US" sz="1485" dirty="0"/>
          </a:p>
        </p:txBody>
      </p:sp>
      <p:sp>
        <p:nvSpPr>
          <p:cNvPr id="6" name="Text 4"/>
          <p:cNvSpPr/>
          <p:nvPr/>
        </p:nvSpPr>
        <p:spPr>
          <a:xfrm rot="360000">
            <a:off x="823966" y="1988363"/>
            <a:ext cx="1452799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48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편집 가능</a:t>
            </a:r>
            <a:endParaRPr lang="en-US" sz="1485" dirty="0"/>
          </a:p>
        </p:txBody>
      </p:sp>
      <p:sp>
        <p:nvSpPr>
          <p:cNvPr id="7" name="Shape 5"/>
          <p:cNvSpPr/>
          <p:nvPr/>
        </p:nvSpPr>
        <p:spPr>
          <a:xfrm rot="360000">
            <a:off x="786384" y="2296698"/>
            <a:ext cx="569671" cy="303855"/>
          </a:xfrm>
          <a:prstGeom prst="roundRect">
            <a:avLst>
              <a:gd name="adj" fmla="val 41378"/>
            </a:avLst>
          </a:prstGeom>
          <a:solidFill>
            <a:srgbClr val="FB923C"/>
          </a:solidFill>
          <a:ln/>
        </p:spPr>
      </p:sp>
      <p:sp>
        <p:nvSpPr>
          <p:cNvPr id="8" name="Text 6"/>
          <p:cNvSpPr/>
          <p:nvPr/>
        </p:nvSpPr>
        <p:spPr>
          <a:xfrm rot="360000">
            <a:off x="912114" y="2331994"/>
            <a:ext cx="318211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32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chip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5524530" y="1809780"/>
            <a:ext cx="1904970" cy="11430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5638830" y="1932584"/>
            <a:ext cx="890626" cy="257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z=0 (아래)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01000" y="1333470"/>
            <a:ext cx="1955627" cy="790590"/>
          </a:xfrm>
          <a:prstGeom prst="roundRect">
            <a:avLst>
              <a:gd name="adj" fmla="val 14458"/>
            </a:avLst>
          </a:prstGeom>
          <a:solidFill>
            <a:srgbClr val="64748B"/>
          </a:solidFill>
          <a:ln/>
        </p:spPr>
      </p:sp>
      <p:sp>
        <p:nvSpPr>
          <p:cNvPr id="12" name="Text 10"/>
          <p:cNvSpPr/>
          <p:nvPr/>
        </p:nvSpPr>
        <p:spPr>
          <a:xfrm>
            <a:off x="8191470" y="1492118"/>
            <a:ext cx="1574597" cy="561990"/>
          </a:xfrm>
          <a:prstGeom prst="rect">
            <a:avLst/>
          </a:prstGeom>
          <a:noFill/>
          <a:ln/>
          <a:effectLst>
            <a:outerShdw sx="100000" sy="100000" kx="0" ky="0" algn="bl" rotWithShape="0" blurRad="57150" dist="40386" dir="2700000">
              <a:srgbClr val="000000">
                <a:alpha val="667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Shadow</a:t>
            </a:r>
            <a:endParaRPr lang="en-US" sz="3300" dirty="0"/>
          </a:p>
        </p:txBody>
      </p:sp>
      <p:sp>
        <p:nvSpPr>
          <p:cNvPr id="13" name="hp4"/>
          <p:cNvSpPr/>
          <p:nvPr/>
        </p:nvSpPr>
        <p:spPr>
          <a:xfrm>
            <a:off x="8001000" y="2476470"/>
            <a:ext cx="2857500" cy="95253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/>
          <a:effectLst>
            <a:innerShdw blurRad="190500" dist="0" dir="0">
              <a:srgbClr val="F59E0B">
                <a:alpha val="100000"/>
              </a:srgbClr>
            </a:innerShdw>
          </a:effectLst>
        </p:spPr>
      </p:sp>
      <p:sp>
        <p:nvSpPr>
          <p:cNvPr id="14" name="Text 12"/>
          <p:cNvSpPr/>
          <p:nvPr/>
        </p:nvSpPr>
        <p:spPr>
          <a:xfrm>
            <a:off x="8153430" y="2637495"/>
            <a:ext cx="1493672" cy="257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inset 그림자 박스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61970" y="3999768"/>
            <a:ext cx="10515600" cy="542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줄바꿈 정확도 시험: 이 문단은 브라우저와 PowerPoint의 글꼴 메트릭이 달라도 하드 줄바꿈 옵션을 쓰면 브라우저에서 보이는 줄 구분이 그대로 유지됩니다. 길이가 충분히 길어서 여러 줄로 나뉘는 문단입니다.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61970" y="5358293"/>
            <a:ext cx="2772644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애니메이션 종료 상태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4953030" y="1333470"/>
            <a:ext cx="1904970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5067330" y="1456365"/>
            <a:ext cx="700065" cy="257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z=1 (위)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p5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gradFill rotWithShape="1">
            <a:gsLst>
              <a:gs pos="0">
                <a:srgbClr val="1E3A8A"/>
              </a:gs>
              <a:gs pos="100000">
                <a:srgbClr val="0B1020"/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609630" y="488015"/>
            <a:ext cx="7240494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네이티브 그라디언트 · 벡터 SVG · 효과 폴백</a:t>
            </a:r>
            <a:endParaRPr lang="en-US" sz="2700" dirty="0"/>
          </a:p>
        </p:txBody>
      </p:sp>
      <p:sp>
        <p:nvSpPr>
          <p:cNvPr id="4" name="hp6"/>
          <p:cNvSpPr/>
          <p:nvPr/>
        </p:nvSpPr>
        <p:spPr>
          <a:xfrm>
            <a:off x="609630" y="1238280"/>
            <a:ext cx="3429000" cy="1333470"/>
          </a:xfrm>
          <a:prstGeom prst="roundRect">
            <a:avLst>
              <a:gd name="adj" fmla="val 14284"/>
            </a:avLst>
          </a:prstGeom>
          <a:gradFill rotWithShape="1">
            <a:gsLst>
              <a:gs pos="0">
                <a:srgbClr val="22D3EE"/>
              </a:gs>
              <a:gs pos="60000">
                <a:srgbClr val="6366F1"/>
              </a:gs>
              <a:gs pos="100000">
                <a:srgbClr val="EC4899"/>
              </a:gs>
            </a:gsLst>
            <a:lin ang="0" scaled="0"/>
          </a:gradFill>
          <a:ln/>
        </p:spPr>
      </p:sp>
      <p:sp>
        <p:nvSpPr>
          <p:cNvPr id="5" name="Text 3"/>
          <p:cNvSpPr/>
          <p:nvPr/>
        </p:nvSpPr>
        <p:spPr>
          <a:xfrm>
            <a:off x="838230" y="1481968"/>
            <a:ext cx="3009930" cy="647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그라디언트 카드 (네이티브)</a:t>
            </a:r>
            <a:endParaRPr lang="en-US" sz="1950" dirty="0"/>
          </a:p>
        </p:txBody>
      </p:sp>
      <p:sp>
        <p:nvSpPr>
          <p:cNvPr id="6" name="hp7"/>
          <p:cNvSpPr/>
          <p:nvPr/>
        </p:nvSpPr>
        <p:spPr>
          <a:xfrm>
            <a:off x="4381530" y="1238280"/>
            <a:ext cx="1904970" cy="1333470"/>
          </a:xfrm>
          <a:prstGeom prst="roundRect">
            <a:avLst>
              <a:gd name="adj" fmla="val 50003"/>
            </a:avLst>
          </a:prstGeom>
          <a:gradFill rotWithShape="1">
            <a:gsLst>
              <a:gs pos="0">
                <a:srgbClr val="FDE047"/>
              </a:gs>
              <a:gs pos="100000">
                <a:srgbClr val="F97316"/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7" name="Text 5"/>
          <p:cNvSpPr/>
          <p:nvPr/>
        </p:nvSpPr>
        <p:spPr>
          <a:xfrm>
            <a:off x="5073274" y="1777594"/>
            <a:ext cx="521299" cy="27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radial</a:t>
            </a:r>
            <a:endParaRPr lang="en-US" sz="1650" dirty="0"/>
          </a:p>
        </p:txBody>
      </p:sp>
      <p:sp>
        <p:nvSpPr>
          <p:cNvPr id="8" name="hp8"/>
          <p:cNvSpPr/>
          <p:nvPr/>
        </p:nvSpPr>
        <p:spPr>
          <a:xfrm>
            <a:off x="6667530" y="1238280"/>
            <a:ext cx="1904970" cy="1333470"/>
          </a:xfrm>
          <a:prstGeom prst="rect">
            <a:avLst/>
          </a:prstGeom>
          <a:gradFill rotWithShape="1">
            <a:gsLst>
              <a:gs pos="0">
                <a:srgbClr val="FFFFFF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77020" y="1458559"/>
            <a:ext cx="1524030" cy="55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알파 그라디언트</a:t>
            </a:r>
            <a:endParaRPr lang="en-US" sz="1650" dirty="0"/>
          </a:p>
        </p:txBody>
      </p:sp>
      <p:sp>
        <p:nvSpPr>
          <p:cNvPr id="10" name="hp9"/>
          <p:cNvSpPr/>
          <p:nvPr/>
        </p:nvSpPr>
        <p:spPr>
          <a:xfrm>
            <a:off x="8953530" y="1238280"/>
            <a:ext cx="2476470" cy="1333470"/>
          </a:xfrm>
          <a:prstGeom prst="roundRect">
            <a:avLst>
              <a:gd name="adj" fmla="val 8572"/>
            </a:avLst>
          </a:prstGeom>
          <a:solidFill>
            <a:srgbClr val="FEF3C7"/>
          </a:solidFill>
          <a:ln/>
          <a:effectLst>
            <a:innerShdw blurRad="228600" dist="0" dir="0">
              <a:srgbClr val="F59E0B">
                <a:alpha val="100000"/>
              </a:srgbClr>
            </a:innerShdw>
          </a:effectLst>
        </p:spPr>
      </p:sp>
      <p:sp>
        <p:nvSpPr>
          <p:cNvPr id="11" name="Text 9"/>
          <p:cNvSpPr/>
          <p:nvPr/>
        </p:nvSpPr>
        <p:spPr>
          <a:xfrm>
            <a:off x="9144000" y="1437345"/>
            <a:ext cx="1236177" cy="257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inset 네이티브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09630" y="3047970"/>
            <a:ext cx="3047970" cy="761970"/>
          </a:xfrm>
          <a:prstGeom prst="roundRect">
            <a:avLst>
              <a:gd name="adj" fmla="val 12504"/>
            </a:avLst>
          </a:prstGeom>
          <a:solidFill>
            <a:srgbClr val="FFFFFF"/>
          </a:solidFill>
          <a:ln/>
        </p:spPr>
      </p:sp>
      <p:sp>
        <p:nvSpPr>
          <p:cNvPr id="13" name="hp10"/>
          <p:cNvSpPr/>
          <p:nvPr/>
        </p:nvSpPr>
        <p:spPr>
          <a:xfrm>
            <a:off x="1662836" y="3357585"/>
            <a:ext cx="953353" cy="1619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prstTxWarp prst="textPlain">
              <a:avLst/>
            </a:prstTxWarp>
          </a:bodyPr>
          <a:lstStyle/>
          <a:p>
            <a:pPr algn="ctr"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scaleX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4048140" y="3333720"/>
            <a:ext cx="381030" cy="66678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5" name="Shape 13"/>
          <p:cNvSpPr/>
          <p:nvPr/>
        </p:nvSpPr>
        <p:spPr>
          <a:xfrm>
            <a:off x="4619640" y="3095610"/>
            <a:ext cx="381030" cy="90489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6" name="Shape 14"/>
          <p:cNvSpPr/>
          <p:nvPr/>
        </p:nvSpPr>
        <p:spPr>
          <a:xfrm>
            <a:off x="4048140" y="3143250"/>
            <a:ext cx="2000250" cy="761970"/>
          </a:xfrm>
          <a:custGeom>
            <a:avLst/>
            <a:gdLst/>
            <a:ahLst/>
            <a:cxnLst/>
            <a:rect l="l" t="t" r="r" b="b"/>
            <a:pathLst>
              <a:path w="2000250" h="761970">
                <a:moveTo>
                  <a:pt x="0" y="761970"/>
                </a:moveTo>
                <a:lnTo>
                  <a:pt x="1000171" y="0"/>
                </a:lnTo>
                <a:lnTo>
                  <a:pt x="2000250" y="381030"/>
                </a:lnTo>
              </a:path>
            </a:pathLst>
          </a:custGeom>
          <a:ln w="38100">
            <a:solidFill>
              <a:srgbClr val="FDE0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43500" y="3837920"/>
            <a:ext cx="49953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vector</a:t>
            </a:r>
            <a:endParaRPr lang="en-US" sz="1200" dirty="0"/>
          </a:p>
        </p:txBody>
      </p:sp>
      <p:sp>
        <p:nvSpPr>
          <p:cNvPr id="18" name="hp11"/>
          <p:cNvSpPr/>
          <p:nvPr/>
        </p:nvSpPr>
        <p:spPr>
          <a:xfrm>
            <a:off x="6667530" y="3047970"/>
            <a:ext cx="1524030" cy="857250"/>
          </a:xfrm>
          <a:prstGeom prst="roundRect">
            <a:avLst>
              <a:gd name="adj" fmla="val 13333"/>
            </a:avLst>
          </a:prstGeom>
          <a:solidFill>
            <a:srgbClr val="EF4444"/>
          </a:solidFill>
          <a:ln/>
          <a:effectLst>
            <a:blur rad="85725" grow="0"/>
          </a:effectLst>
        </p:spPr>
      </p:sp>
      <p:sp>
        <p:nvSpPr>
          <p:cNvPr id="19" name="hp1"/>
          <p:cNvSpPr/>
          <p:nvPr/>
        </p:nvSpPr>
        <p:spPr>
          <a:xfrm>
            <a:off x="6874002" y="3303453"/>
            <a:ext cx="321503" cy="146944"/>
          </a:xfrm>
          <a:custGeom>
            <a:avLst/>
            <a:gdLst/>
            <a:ahLst/>
            <a:cxnLst/>
            <a:rect l="l" t="t" r="r" b="b"/>
            <a:pathLst>
              <a:path w="321503" h="146944">
                <a:moveTo>
                  <a:pt x="15179" y="130302"/>
                </a:moveTo>
                <a:lnTo>
                  <a:pt x="14813" y="130302"/>
                </a:lnTo>
                <a:lnTo>
                  <a:pt x="14813" y="144658"/>
                </a:lnTo>
                <a:lnTo>
                  <a:pt x="0" y="144658"/>
                </a:lnTo>
                <a:lnTo>
                  <a:pt x="0" y="0"/>
                </a:lnTo>
                <a:lnTo>
                  <a:pt x="14813" y="0"/>
                </a:lnTo>
                <a:lnTo>
                  <a:pt x="14813" y="64191"/>
                </a:lnTo>
                <a:lnTo>
                  <a:pt x="15179" y="64191"/>
                </a:lnTo>
                <a:quadBezTo>
                  <a:pt x="26792" y="44623"/>
                  <a:pt x="49012" y="44623"/>
                </a:quadBezTo>
                <a:lnTo>
                  <a:pt x="49012" y="44623"/>
                </a:lnTo>
                <a:quadBezTo>
                  <a:pt x="67757" y="44623"/>
                  <a:pt x="78456" y="57790"/>
                </a:quadBezTo>
                <a:quadBezTo>
                  <a:pt x="89245" y="70957"/>
                  <a:pt x="89245" y="92903"/>
                </a:quadBezTo>
                <a:lnTo>
                  <a:pt x="89245" y="92903"/>
                </a:lnTo>
                <a:quadBezTo>
                  <a:pt x="89245" y="117683"/>
                  <a:pt x="77084" y="132314"/>
                </a:quadBezTo>
                <a:quadBezTo>
                  <a:pt x="64922" y="146944"/>
                  <a:pt x="44531" y="146944"/>
                </a:quadBezTo>
                <a:lnTo>
                  <a:pt x="44531" y="146944"/>
                </a:lnTo>
                <a:quadBezTo>
                  <a:pt x="25237" y="146944"/>
                  <a:pt x="15179" y="130302"/>
                </a:quadBezTo>
                <a:lnTo>
                  <a:pt x="15179" y="130302"/>
                </a:lnTo>
                <a:moveTo>
                  <a:pt x="14813" y="90983"/>
                </a:moveTo>
                <a:lnTo>
                  <a:pt x="14813" y="104882"/>
                </a:lnTo>
                <a:quadBezTo>
                  <a:pt x="14813" y="117226"/>
                  <a:pt x="22951" y="125821"/>
                </a:quadBezTo>
                <a:quadBezTo>
                  <a:pt x="31090" y="134417"/>
                  <a:pt x="43251" y="134417"/>
                </a:quadBezTo>
                <a:lnTo>
                  <a:pt x="43251" y="134417"/>
                </a:lnTo>
                <a:quadBezTo>
                  <a:pt x="57699" y="134417"/>
                  <a:pt x="65928" y="123353"/>
                </a:quadBezTo>
                <a:quadBezTo>
                  <a:pt x="74158" y="112288"/>
                  <a:pt x="74158" y="92446"/>
                </a:quadBezTo>
                <a:lnTo>
                  <a:pt x="74158" y="92446"/>
                </a:lnTo>
                <a:quadBezTo>
                  <a:pt x="74158" y="76078"/>
                  <a:pt x="66385" y="66568"/>
                </a:quadBezTo>
                <a:quadBezTo>
                  <a:pt x="58613" y="57150"/>
                  <a:pt x="45629" y="57150"/>
                </a:quadBezTo>
                <a:lnTo>
                  <a:pt x="45629" y="57150"/>
                </a:lnTo>
                <a:quadBezTo>
                  <a:pt x="32095" y="57150"/>
                  <a:pt x="23409" y="66751"/>
                </a:quadBezTo>
                <a:quadBezTo>
                  <a:pt x="14813" y="76444"/>
                  <a:pt x="14813" y="90983"/>
                </a:quadBezTo>
                <a:lnTo>
                  <a:pt x="14813" y="90983"/>
                </a:lnTo>
                <a:moveTo>
                  <a:pt x="129113" y="144658"/>
                </a:moveTo>
                <a:lnTo>
                  <a:pt x="114391" y="144658"/>
                </a:lnTo>
                <a:lnTo>
                  <a:pt x="114391" y="0"/>
                </a:lnTo>
                <a:lnTo>
                  <a:pt x="129113" y="0"/>
                </a:lnTo>
                <a:lnTo>
                  <a:pt x="129113" y="144658"/>
                </a:lnTo>
                <a:moveTo>
                  <a:pt x="239390" y="46909"/>
                </a:moveTo>
                <a:lnTo>
                  <a:pt x="239390" y="144658"/>
                </a:lnTo>
                <a:lnTo>
                  <a:pt x="224577" y="144658"/>
                </a:lnTo>
                <a:lnTo>
                  <a:pt x="224577" y="129205"/>
                </a:lnTo>
                <a:lnTo>
                  <a:pt x="224211" y="129205"/>
                </a:lnTo>
                <a:quadBezTo>
                  <a:pt x="214610" y="146944"/>
                  <a:pt x="194127" y="146944"/>
                </a:quadBezTo>
                <a:lnTo>
                  <a:pt x="194127" y="146944"/>
                </a:lnTo>
                <a:quadBezTo>
                  <a:pt x="159106" y="146944"/>
                  <a:pt x="159106" y="105339"/>
                </a:quadBezTo>
                <a:lnTo>
                  <a:pt x="159106" y="105339"/>
                </a:lnTo>
                <a:lnTo>
                  <a:pt x="159106" y="46909"/>
                </a:lnTo>
                <a:lnTo>
                  <a:pt x="173736" y="46909"/>
                </a:lnTo>
                <a:lnTo>
                  <a:pt x="173736" y="102870"/>
                </a:lnTo>
                <a:quadBezTo>
                  <a:pt x="173736" y="134417"/>
                  <a:pt x="197693" y="134417"/>
                </a:quadBezTo>
                <a:lnTo>
                  <a:pt x="197693" y="134417"/>
                </a:lnTo>
                <a:quadBezTo>
                  <a:pt x="209489" y="134417"/>
                  <a:pt x="217079" y="125730"/>
                </a:quadBezTo>
                <a:quadBezTo>
                  <a:pt x="224577" y="117043"/>
                  <a:pt x="224577" y="103144"/>
                </a:quadBezTo>
                <a:lnTo>
                  <a:pt x="224577" y="103144"/>
                </a:lnTo>
                <a:lnTo>
                  <a:pt x="224577" y="46909"/>
                </a:lnTo>
                <a:lnTo>
                  <a:pt x="239390" y="46909"/>
                </a:lnTo>
                <a:moveTo>
                  <a:pt x="321503" y="46543"/>
                </a:moveTo>
                <a:lnTo>
                  <a:pt x="321503" y="62088"/>
                </a:lnTo>
                <a:quadBezTo>
                  <a:pt x="317388" y="58887"/>
                  <a:pt x="309707" y="58887"/>
                </a:quadBezTo>
                <a:lnTo>
                  <a:pt x="309707" y="58887"/>
                </a:lnTo>
                <a:quadBezTo>
                  <a:pt x="299649" y="58887"/>
                  <a:pt x="292882" y="68671"/>
                </a:quadBezTo>
                <a:quadBezTo>
                  <a:pt x="286116" y="78456"/>
                  <a:pt x="286116" y="94640"/>
                </a:quadBezTo>
                <a:lnTo>
                  <a:pt x="286116" y="94640"/>
                </a:lnTo>
                <a:lnTo>
                  <a:pt x="286116" y="144658"/>
                </a:lnTo>
                <a:lnTo>
                  <a:pt x="271302" y="144658"/>
                </a:lnTo>
                <a:lnTo>
                  <a:pt x="271302" y="46909"/>
                </a:lnTo>
                <a:lnTo>
                  <a:pt x="286116" y="46909"/>
                </a:lnTo>
                <a:lnTo>
                  <a:pt x="286116" y="67117"/>
                </a:lnTo>
                <a:lnTo>
                  <a:pt x="286482" y="67117"/>
                </a:lnTo>
                <a:quadBezTo>
                  <a:pt x="289865" y="56876"/>
                  <a:pt x="296631" y="51024"/>
                </a:quadBezTo>
                <a:quadBezTo>
                  <a:pt x="303489" y="45171"/>
                  <a:pt x="311993" y="45171"/>
                </a:quadBezTo>
                <a:lnTo>
                  <a:pt x="311993" y="45171"/>
                </a:lnTo>
                <a:quadBezTo>
                  <a:pt x="318120" y="45171"/>
                  <a:pt x="321503" y="46543"/>
                </a:quadBezTo>
                <a:lnTo>
                  <a:pt x="321503" y="46543"/>
                </a:lnTo>
              </a:path>
            </a:pathLst>
          </a:custGeom>
          <a:solidFill>
            <a:srgbClr val="FFFFFF"/>
          </a:solidFill>
          <a:ln/>
          <a:effectLst>
            <a:blur rad="85725" grow="0"/>
          </a:effectLst>
        </p:spPr>
      </p:sp>
      <p:sp>
        <p:nvSpPr>
          <p:cNvPr id="20" name="hp13"/>
          <p:cNvSpPr/>
          <p:nvPr/>
        </p:nvSpPr>
        <p:spPr>
          <a:xfrm>
            <a:off x="8572500" y="3090215"/>
            <a:ext cx="2564343" cy="53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150" b="1" dirty="0">
                <a:gradFill rotWithShape="1">
                  <a:gsLst>
                    <a:gs pos="0">
                      <a:srgbClr val="F43F5E"/>
                    </a:gs>
                    <a:gs pos="100000">
                      <a:srgbClr val="FACC15"/>
                    </a:gs>
                  </a:gsLst>
                  <a:lin ang="0" scaled="0"/>
                </a:gra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Gradient Text</a:t>
            </a:r>
            <a:endParaRPr lang="en-US" sz="3150" dirty="0"/>
          </a:p>
        </p:txBody>
      </p:sp>
      <p:sp>
        <p:nvSpPr>
          <p:cNvPr id="21" name="Shape 19"/>
          <p:cNvSpPr/>
          <p:nvPr/>
        </p:nvSpPr>
        <p:spPr>
          <a:xfrm>
            <a:off x="609630" y="4476720"/>
            <a:ext cx="4000500" cy="1333470"/>
          </a:xfrm>
          <a:prstGeom prst="roundRect">
            <a:avLst>
              <a:gd name="adj" fmla="val 9998"/>
            </a:avLst>
          </a:prstGeom>
          <a:solidFill>
            <a:srgbClr val="2563EB">
              <a:alpha val="5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838230" y="4718304"/>
            <a:ext cx="3581430" cy="609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8A91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opacity 50%: 글자는 박스와 함께 흐려져야 함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953030" y="4491807"/>
            <a:ext cx="3121944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950" dirty="0">
                <a:solidFill>
                  <a:srgbClr val="FFFFFF">
                    <a:alpha val="50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박스 없는 글자 opacity 50%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30" y="488015"/>
            <a:ext cx="110109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클래스 SVG · 글자 외곽선 · 모서리별 radius · 둥근 클립 · drop-shadow · scaleX 글자</a:t>
            </a:r>
            <a:endParaRPr lang="en-US" sz="2700" dirty="0"/>
          </a:p>
        </p:txBody>
      </p:sp>
      <p:sp>
        <p:nvSpPr>
          <p:cNvPr id="3" name="hp14"/>
          <p:cNvSpPr/>
          <p:nvPr/>
        </p:nvSpPr>
        <p:spPr>
          <a:xfrm>
            <a:off x="704820" y="1524030"/>
            <a:ext cx="476220" cy="857250"/>
          </a:xfrm>
          <a:prstGeom prst="rect">
            <a:avLst/>
          </a:prstGeom>
          <a:gradFill rotWithShape="1">
            <a:gsLst>
              <a:gs pos="0">
                <a:srgbClr val="0EA5E9"/>
              </a:gs>
              <a:gs pos="100000">
                <a:srgbClr val="1E3A8A"/>
              </a:gs>
            </a:gsLst>
            <a:lin ang="5400000" scaled="0"/>
          </a:gradFill>
          <a:ln/>
        </p:spPr>
      </p:sp>
      <p:sp>
        <p:nvSpPr>
          <p:cNvPr id="4" name="hp15"/>
          <p:cNvSpPr/>
          <p:nvPr/>
        </p:nvSpPr>
        <p:spPr>
          <a:xfrm>
            <a:off x="1371600" y="1333470"/>
            <a:ext cx="476220" cy="1047720"/>
          </a:xfrm>
          <a:prstGeom prst="rect">
            <a:avLst/>
          </a:prstGeom>
          <a:gradFill rotWithShape="1">
            <a:gsLst>
              <a:gs pos="0">
                <a:srgbClr val="0EA5E9"/>
              </a:gs>
              <a:gs pos="100000">
                <a:srgbClr val="1E3A8A"/>
              </a:gs>
            </a:gsLst>
            <a:lin ang="5400000" scaled="0"/>
          </a:gradFill>
          <a:ln/>
        </p:spPr>
      </p:sp>
      <p:sp>
        <p:nvSpPr>
          <p:cNvPr id="5" name="Shape 3"/>
          <p:cNvSpPr/>
          <p:nvPr/>
        </p:nvSpPr>
        <p:spPr>
          <a:xfrm>
            <a:off x="704820" y="1619220"/>
            <a:ext cx="2190720" cy="571500"/>
          </a:xfrm>
          <a:custGeom>
            <a:avLst/>
            <a:gdLst/>
            <a:ahLst/>
            <a:cxnLst/>
            <a:rect l="l" t="t" r="r" b="b"/>
            <a:pathLst>
              <a:path w="2190720" h="571500">
                <a:moveTo>
                  <a:pt x="0" y="571500"/>
                </a:moveTo>
                <a:lnTo>
                  <a:pt x="904890" y="0"/>
                </a:lnTo>
                <a:lnTo>
                  <a:pt x="2190720" y="285750"/>
                </a:lnTo>
              </a:path>
            </a:pathLst>
          </a:custGeom>
          <a:ln w="28575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29000" y="1300460"/>
            <a:ext cx="1854220" cy="714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b="1" dirty="0">
                <a:ln w="28575">
                  <a:solidFill>
                    <a:srgbClr val="1E3A8A"/>
                  </a:solidFill>
                </a:ln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Outline</a:t>
            </a:r>
            <a:endParaRPr lang="en-US" sz="4200" dirty="0"/>
          </a:p>
        </p:txBody>
      </p:sp>
      <p:sp>
        <p:nvSpPr>
          <p:cNvPr id="7" name="hp16"/>
          <p:cNvSpPr/>
          <p:nvPr/>
        </p:nvSpPr>
        <p:spPr>
          <a:xfrm>
            <a:off x="6096030" y="1300460"/>
            <a:ext cx="3368741" cy="714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b="1" dirty="0">
                <a:gradFill rotWithShape="1">
                  <a:gsLst>
                    <a:gs pos="0">
                      <a:srgbClr val="F43F5E"/>
                    </a:gs>
                    <a:gs pos="100000">
                      <a:srgbClr val="F59E0B"/>
                    </a:gs>
                  </a:gsLst>
                  <a:lin ang="0" scaled="0"/>
                </a:gra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Live Gradient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609630" y="2857500"/>
            <a:ext cx="2286000" cy="1047720"/>
          </a:xfrm>
          <a:custGeom>
            <a:avLst/>
            <a:gdLst/>
            <a:ahLst/>
            <a:cxnLst/>
            <a:rect l="l" t="t" r="r" b="b"/>
            <a:pathLst>
              <a:path w="2286000" h="1047720">
                <a:moveTo>
                  <a:pt x="381030" y="0"/>
                </a:moveTo>
                <a:lnTo>
                  <a:pt x="2209830" y="0"/>
                </a:lnTo>
                <a:arcTo hR="76170" wR="76170" stAng="16200000" swAng="5400000"/>
                <a:lnTo>
                  <a:pt x="2286000" y="666689"/>
                </a:lnTo>
                <a:arcTo hR="381030" wR="381030" stAng="0" swAng="5400000"/>
                <a:lnTo>
                  <a:pt x="76170" y="1047720"/>
                </a:lnTo>
                <a:arcTo hR="76170" wR="76170" stAng="5400000" swAng="5400000"/>
                <a:lnTo>
                  <a:pt x="0" y="381030"/>
                </a:lnTo>
                <a:arcTo hR="381030" wR="381030" stAng="10800000" swAng="5400000"/>
                <a:close/>
              </a:path>
            </a:pathLst>
          </a:cu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800100" y="3056565"/>
            <a:ext cx="1349746" cy="257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모서리별 radius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238530" y="2857500"/>
            <a:ext cx="2857500" cy="190497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3350" dist="38100" dir="54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38530" y="2857500"/>
            <a:ext cx="2857500" cy="666780"/>
          </a:xfrm>
          <a:custGeom>
            <a:avLst/>
            <a:gdLst/>
            <a:ahLst/>
            <a:cxnLst/>
            <a:rect l="l" t="t" r="r" b="b"/>
            <a:pathLst>
              <a:path w="2857500" h="666780">
                <a:moveTo>
                  <a:pt x="228600" y="0"/>
                </a:moveTo>
                <a:lnTo>
                  <a:pt x="2628900" y="0"/>
                </a:lnTo>
                <a:arcTo hR="228600" wR="228600" stAng="16200000" swAng="5400000"/>
                <a:lnTo>
                  <a:pt x="2857500" y="666780"/>
                </a:lnTo>
                <a:lnTo>
                  <a:pt x="0" y="666780"/>
                </a:lnTo>
                <a:lnTo>
                  <a:pt x="0" y="228600"/>
                </a:lnTo>
                <a:arcTo hR="228600" wR="228600" stAng="10800000" swAng="5400000"/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3060954"/>
            <a:ext cx="1532352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둥근 카드 헤더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90870" y="3683020"/>
            <a:ext cx="25907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헤더는 부모 모서리를 따라 둥글게</a:t>
            </a:r>
            <a:endParaRPr lang="en-US" sz="13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8780" y="4190970"/>
            <a:ext cx="857250" cy="5715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667530" y="2857500"/>
            <a:ext cx="2095530" cy="1047720"/>
          </a:xfrm>
          <a:prstGeom prst="roundRect">
            <a:avLst>
              <a:gd name="adj" fmla="val 145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95250" dir="3187806">
              <a:srgbClr val="000000">
                <a:alpha val="3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858000" y="3056565"/>
            <a:ext cx="1594988" cy="257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drop-shadow 필터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9334470" y="2857500"/>
            <a:ext cx="2057400" cy="571500"/>
          </a:xfrm>
          <a:prstGeom prst="rect">
            <a:avLst/>
          </a:prstGeom>
          <a:solidFill>
            <a:srgbClr val="FDE047"/>
          </a:solidFill>
          <a:ln/>
        </p:spPr>
      </p:sp>
      <p:sp>
        <p:nvSpPr>
          <p:cNvPr id="18" name="hp18"/>
          <p:cNvSpPr/>
          <p:nvPr/>
        </p:nvSpPr>
        <p:spPr>
          <a:xfrm>
            <a:off x="9833549" y="3071835"/>
            <a:ext cx="1072500" cy="1619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prstTxWarp prst="textPlain">
              <a:avLst/>
            </a:prstTxWarp>
          </a:bodyPr>
          <a:lstStyle/>
          <a:p>
            <a:pPr algn="ctr"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scaleX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30" y="488015"/>
            <a:ext cx="9818187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네이티브 filter(blur·색상) · skew · scaleX 글자 · blend(그림)</a:t>
            </a:r>
            <a:endParaRPr lang="en-US" sz="2700" dirty="0"/>
          </a:p>
        </p:txBody>
      </p:sp>
      <p:sp>
        <p:nvSpPr>
          <p:cNvPr id="3" name="hp19"/>
          <p:cNvSpPr/>
          <p:nvPr/>
        </p:nvSpPr>
        <p:spPr>
          <a:xfrm>
            <a:off x="609630" y="1238280"/>
            <a:ext cx="1904970" cy="1047720"/>
          </a:xfrm>
          <a:prstGeom prst="roundRect">
            <a:avLst>
              <a:gd name="adj" fmla="val 10909"/>
            </a:avLst>
          </a:prstGeom>
          <a:solidFill>
            <a:srgbClr val="EF4444"/>
          </a:solidFill>
          <a:ln/>
          <a:effectLst>
            <a:blur rad="114300" grow="0"/>
          </a:effectLst>
        </p:spPr>
      </p:sp>
      <p:sp>
        <p:nvSpPr>
          <p:cNvPr id="4" name="Shape 2"/>
          <p:cNvSpPr/>
          <p:nvPr/>
        </p:nvSpPr>
        <p:spPr>
          <a:xfrm>
            <a:off x="3047970" y="1238280"/>
            <a:ext cx="2476470" cy="1238280"/>
          </a:xfrm>
          <a:prstGeom prst="roundRect">
            <a:avLst>
              <a:gd name="adj" fmla="val 9231"/>
            </a:avLst>
          </a:prstGeom>
          <a:solidFill>
            <a:srgbClr val="606060"/>
          </a:solidFill>
          <a:ln/>
        </p:spPr>
      </p:sp>
      <p:sp>
        <p:nvSpPr>
          <p:cNvPr id="5" name="Text 3"/>
          <p:cNvSpPr/>
          <p:nvPr/>
        </p:nvSpPr>
        <p:spPr>
          <a:xfrm>
            <a:off x="3238530" y="1441643"/>
            <a:ext cx="1757385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grayscale(1) 그룹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38530" y="1828800"/>
            <a:ext cx="624444" cy="381030"/>
          </a:xfrm>
          <a:prstGeom prst="rect">
            <a:avLst/>
          </a:prstGeom>
          <a:solidFill>
            <a:srgbClr val="C9C9C9"/>
          </a:solidFill>
          <a:ln/>
        </p:spPr>
      </p:sp>
      <p:sp>
        <p:nvSpPr>
          <p:cNvPr id="7" name="Text 5"/>
          <p:cNvSpPr/>
          <p:nvPr/>
        </p:nvSpPr>
        <p:spPr>
          <a:xfrm>
            <a:off x="3333720" y="1879824"/>
            <a:ext cx="433974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chip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05470" y="1238280"/>
            <a:ext cx="2476470" cy="1238280"/>
          </a:xfrm>
          <a:prstGeom prst="roundRect">
            <a:avLst>
              <a:gd name="adj" fmla="val 9231"/>
            </a:avLst>
          </a:prstGeom>
          <a:solidFill>
            <a:srgbClr val="FF2445"/>
          </a:solidFill>
          <a:ln/>
        </p:spPr>
      </p:sp>
      <p:sp>
        <p:nvSpPr>
          <p:cNvPr id="9" name="Text 7"/>
          <p:cNvSpPr/>
          <p:nvPr/>
        </p:nvSpPr>
        <p:spPr>
          <a:xfrm>
            <a:off x="6096030" y="1441643"/>
            <a:ext cx="1629644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hue-rotate 그룹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762970" y="1238280"/>
            <a:ext cx="2476470" cy="1238280"/>
          </a:xfrm>
          <a:prstGeom prst="roundRect">
            <a:avLst>
              <a:gd name="adj" fmla="val 9231"/>
            </a:avLst>
          </a:prstGeom>
          <a:solidFill>
            <a:srgbClr val="87785E"/>
          </a:solidFill>
          <a:ln/>
        </p:spPr>
      </p:sp>
      <p:sp>
        <p:nvSpPr>
          <p:cNvPr id="11" name="Text 9"/>
          <p:cNvSpPr/>
          <p:nvPr/>
        </p:nvSpPr>
        <p:spPr>
          <a:xfrm>
            <a:off x="8953530" y="1441643"/>
            <a:ext cx="1336670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FFFF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sepia(1) 그룹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69270" y="3143250"/>
            <a:ext cx="2757282" cy="1047720"/>
          </a:xfrm>
          <a:custGeom>
            <a:avLst/>
            <a:gdLst/>
            <a:ahLst/>
            <a:cxnLst/>
            <a:rect l="l" t="t" r="r" b="b"/>
            <a:pathLst>
              <a:path w="2757282" h="1047720">
                <a:moveTo>
                  <a:pt x="280721" y="0"/>
                </a:moveTo>
                <a:lnTo>
                  <a:pt x="2757282" y="0"/>
                </a:lnTo>
                <a:lnTo>
                  <a:pt x="2476470" y="1047720"/>
                </a:lnTo>
                <a:lnTo>
                  <a:pt x="0" y="1047720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3" name="hp2"/>
          <p:cNvSpPr/>
          <p:nvPr/>
        </p:nvSpPr>
        <p:spPr>
          <a:xfrm>
            <a:off x="750265" y="3388949"/>
            <a:ext cx="2190537" cy="522397"/>
          </a:xfrm>
          <a:custGeom>
            <a:avLst/>
            <a:gdLst/>
            <a:ahLst/>
            <a:cxnLst/>
            <a:rect l="l" t="t" r="r" b="b"/>
            <a:pathLst>
              <a:path w="2190537" h="522397">
                <a:moveTo>
                  <a:pt x="82113" y="207843"/>
                </a:moveTo>
                <a:lnTo>
                  <a:pt x="89886" y="178857"/>
                </a:lnTo>
                <a:quadBezTo>
                  <a:pt x="105613" y="190652"/>
                  <a:pt x="123993" y="190652"/>
                </a:quadBezTo>
                <a:lnTo>
                  <a:pt x="123993" y="190652"/>
                </a:lnTo>
                <a:quadBezTo>
                  <a:pt x="147676" y="190652"/>
                  <a:pt x="151242" y="177302"/>
                </a:quadBezTo>
                <a:lnTo>
                  <a:pt x="151242" y="177302"/>
                </a:lnTo>
                <a:quadBezTo>
                  <a:pt x="153711" y="167975"/>
                  <a:pt x="136703" y="161574"/>
                </a:quadBezTo>
                <a:lnTo>
                  <a:pt x="136703" y="161574"/>
                </a:lnTo>
                <a:quadBezTo>
                  <a:pt x="111831" y="152339"/>
                  <a:pt x="106893" y="143469"/>
                </a:quadBezTo>
                <a:quadBezTo>
                  <a:pt x="101864" y="134600"/>
                  <a:pt x="105613" y="120701"/>
                </a:quadBezTo>
                <a:lnTo>
                  <a:pt x="105613" y="120701"/>
                </a:lnTo>
                <a:quadBezTo>
                  <a:pt x="110551" y="102321"/>
                  <a:pt x="128290" y="91806"/>
                </a:quadBezTo>
                <a:quadBezTo>
                  <a:pt x="146121" y="81382"/>
                  <a:pt x="169713" y="81382"/>
                </a:quadBezTo>
                <a:lnTo>
                  <a:pt x="169713" y="81382"/>
                </a:lnTo>
                <a:quadBezTo>
                  <a:pt x="186172" y="81382"/>
                  <a:pt x="201168" y="86594"/>
                </a:quadBezTo>
                <a:lnTo>
                  <a:pt x="201168" y="86594"/>
                </a:lnTo>
                <a:lnTo>
                  <a:pt x="193853" y="114026"/>
                </a:lnTo>
                <a:quadBezTo>
                  <a:pt x="181326" y="105247"/>
                  <a:pt x="163678" y="105247"/>
                </a:quadBezTo>
                <a:lnTo>
                  <a:pt x="163678" y="105247"/>
                </a:lnTo>
                <a:quadBezTo>
                  <a:pt x="154351" y="105247"/>
                  <a:pt x="147767" y="108722"/>
                </a:quadBezTo>
                <a:quadBezTo>
                  <a:pt x="141092" y="112197"/>
                  <a:pt x="139537" y="118049"/>
                </a:quadBezTo>
                <a:lnTo>
                  <a:pt x="139537" y="118049"/>
                </a:lnTo>
                <a:quadBezTo>
                  <a:pt x="136977" y="127559"/>
                  <a:pt x="151333" y="133137"/>
                </a:quadBezTo>
                <a:lnTo>
                  <a:pt x="151333" y="133137"/>
                </a:lnTo>
                <a:quadBezTo>
                  <a:pt x="167610" y="139629"/>
                  <a:pt x="174925" y="144109"/>
                </a:quadBezTo>
                <a:quadBezTo>
                  <a:pt x="182148" y="148499"/>
                  <a:pt x="184892" y="156088"/>
                </a:quadBezTo>
                <a:quadBezTo>
                  <a:pt x="187543" y="163769"/>
                  <a:pt x="184800" y="174010"/>
                </a:quadBezTo>
                <a:lnTo>
                  <a:pt x="184800" y="174010"/>
                </a:lnTo>
                <a:quadBezTo>
                  <a:pt x="179588" y="193396"/>
                  <a:pt x="161300" y="204003"/>
                </a:quadBezTo>
                <a:quadBezTo>
                  <a:pt x="143012" y="214610"/>
                  <a:pt x="117775" y="214610"/>
                </a:quadBezTo>
                <a:lnTo>
                  <a:pt x="117775" y="214610"/>
                </a:lnTo>
                <a:quadBezTo>
                  <a:pt x="96469" y="214610"/>
                  <a:pt x="82113" y="207843"/>
                </a:quadBezTo>
                <a:lnTo>
                  <a:pt x="82113" y="207843"/>
                </a:lnTo>
                <a:moveTo>
                  <a:pt x="285384" y="144658"/>
                </a:moveTo>
                <a:lnTo>
                  <a:pt x="320589" y="211501"/>
                </a:lnTo>
                <a:lnTo>
                  <a:pt x="278892" y="211501"/>
                </a:lnTo>
                <a:lnTo>
                  <a:pt x="250546" y="148956"/>
                </a:lnTo>
                <a:lnTo>
                  <a:pt x="250180" y="148956"/>
                </a:lnTo>
                <a:lnTo>
                  <a:pt x="233446" y="211501"/>
                </a:lnTo>
                <a:lnTo>
                  <a:pt x="199705" y="211501"/>
                </a:lnTo>
                <a:lnTo>
                  <a:pt x="250088" y="23500"/>
                </a:lnTo>
                <a:lnTo>
                  <a:pt x="283830" y="23500"/>
                </a:lnTo>
                <a:lnTo>
                  <a:pt x="251734" y="143012"/>
                </a:lnTo>
                <a:lnTo>
                  <a:pt x="252100" y="143012"/>
                </a:lnTo>
                <a:lnTo>
                  <a:pt x="310256" y="84399"/>
                </a:lnTo>
                <a:lnTo>
                  <a:pt x="351038" y="84399"/>
                </a:lnTo>
                <a:lnTo>
                  <a:pt x="285384" y="144658"/>
                </a:lnTo>
                <a:moveTo>
                  <a:pt x="464332" y="142555"/>
                </a:moveTo>
                <a:lnTo>
                  <a:pt x="460400" y="157460"/>
                </a:lnTo>
                <a:lnTo>
                  <a:pt x="375453" y="157460"/>
                </a:lnTo>
                <a:quadBezTo>
                  <a:pt x="368869" y="189829"/>
                  <a:pt x="403525" y="189829"/>
                </a:quadBezTo>
                <a:lnTo>
                  <a:pt x="403525" y="189829"/>
                </a:lnTo>
                <a:quadBezTo>
                  <a:pt x="424739" y="189829"/>
                  <a:pt x="444307" y="178765"/>
                </a:quadBezTo>
                <a:lnTo>
                  <a:pt x="444307" y="178765"/>
                </a:lnTo>
                <a:lnTo>
                  <a:pt x="437358" y="204368"/>
                </a:lnTo>
                <a:quadBezTo>
                  <a:pt x="416966" y="214610"/>
                  <a:pt x="389260" y="214610"/>
                </a:quadBezTo>
                <a:lnTo>
                  <a:pt x="389260" y="214610"/>
                </a:lnTo>
                <a:quadBezTo>
                  <a:pt x="359634" y="214610"/>
                  <a:pt x="347746" y="197510"/>
                </a:quadBezTo>
                <a:quadBezTo>
                  <a:pt x="335859" y="180320"/>
                  <a:pt x="344089" y="149504"/>
                </a:quadBezTo>
                <a:lnTo>
                  <a:pt x="344089" y="149504"/>
                </a:lnTo>
                <a:quadBezTo>
                  <a:pt x="352227" y="119238"/>
                  <a:pt x="374995" y="100310"/>
                </a:quadBezTo>
                <a:quadBezTo>
                  <a:pt x="397764" y="81382"/>
                  <a:pt x="424373" y="81382"/>
                </a:quadBezTo>
                <a:lnTo>
                  <a:pt x="424373" y="81382"/>
                </a:lnTo>
                <a:quadBezTo>
                  <a:pt x="450982" y="81382"/>
                  <a:pt x="461498" y="97749"/>
                </a:quadBezTo>
                <a:quadBezTo>
                  <a:pt x="472013" y="114026"/>
                  <a:pt x="464332" y="142555"/>
                </a:quadBezTo>
                <a:lnTo>
                  <a:pt x="464332" y="142555"/>
                </a:lnTo>
                <a:moveTo>
                  <a:pt x="381396" y="135331"/>
                </a:moveTo>
                <a:lnTo>
                  <a:pt x="434523" y="135331"/>
                </a:lnTo>
                <a:quadBezTo>
                  <a:pt x="442570" y="105065"/>
                  <a:pt x="417698" y="105065"/>
                </a:quadBezTo>
                <a:lnTo>
                  <a:pt x="417698" y="105065"/>
                </a:lnTo>
                <a:quadBezTo>
                  <a:pt x="407274" y="105065"/>
                  <a:pt x="397124" y="113294"/>
                </a:quadBezTo>
                <a:quadBezTo>
                  <a:pt x="387066" y="121524"/>
                  <a:pt x="381396" y="135331"/>
                </a:quadBezTo>
                <a:lnTo>
                  <a:pt x="381396" y="135331"/>
                </a:lnTo>
                <a:moveTo>
                  <a:pt x="648858" y="84399"/>
                </a:moveTo>
                <a:lnTo>
                  <a:pt x="680496" y="84399"/>
                </a:lnTo>
                <a:lnTo>
                  <a:pt x="609356" y="211501"/>
                </a:lnTo>
                <a:lnTo>
                  <a:pt x="574060" y="211501"/>
                </a:lnTo>
                <a:lnTo>
                  <a:pt x="574426" y="132131"/>
                </a:lnTo>
                <a:quadBezTo>
                  <a:pt x="574426" y="126370"/>
                  <a:pt x="576346" y="117318"/>
                </a:quadBezTo>
                <a:lnTo>
                  <a:pt x="576346" y="117318"/>
                </a:lnTo>
                <a:lnTo>
                  <a:pt x="575615" y="117318"/>
                </a:lnTo>
                <a:quadBezTo>
                  <a:pt x="572506" y="126370"/>
                  <a:pt x="569305" y="131948"/>
                </a:quadBezTo>
                <a:lnTo>
                  <a:pt x="569305" y="131948"/>
                </a:lnTo>
                <a:lnTo>
                  <a:pt x="525506" y="211501"/>
                </a:lnTo>
                <a:lnTo>
                  <a:pt x="490667" y="211501"/>
                </a:lnTo>
                <a:lnTo>
                  <a:pt x="488107" y="84399"/>
                </a:lnTo>
                <a:lnTo>
                  <a:pt x="522671" y="84399"/>
                </a:lnTo>
                <a:lnTo>
                  <a:pt x="519379" y="171084"/>
                </a:lnTo>
                <a:quadBezTo>
                  <a:pt x="519105" y="178125"/>
                  <a:pt x="517733" y="184434"/>
                </a:quadBezTo>
                <a:lnTo>
                  <a:pt x="517733" y="184434"/>
                </a:lnTo>
                <a:lnTo>
                  <a:pt x="518465" y="184434"/>
                </a:lnTo>
                <a:quadBezTo>
                  <a:pt x="520476" y="178217"/>
                  <a:pt x="524317" y="170627"/>
                </a:quadBezTo>
                <a:lnTo>
                  <a:pt x="524317" y="170627"/>
                </a:lnTo>
                <a:lnTo>
                  <a:pt x="571591" y="84399"/>
                </a:lnTo>
                <a:lnTo>
                  <a:pt x="603504" y="84399"/>
                </a:lnTo>
                <a:lnTo>
                  <a:pt x="601675" y="171267"/>
                </a:lnTo>
                <a:quadBezTo>
                  <a:pt x="601584" y="174742"/>
                  <a:pt x="599938" y="184617"/>
                </a:quadBezTo>
                <a:lnTo>
                  <a:pt x="599938" y="184617"/>
                </a:lnTo>
                <a:lnTo>
                  <a:pt x="600761" y="184617"/>
                </a:lnTo>
                <a:quadBezTo>
                  <a:pt x="602498" y="179405"/>
                  <a:pt x="606430" y="171267"/>
                </a:quadBezTo>
                <a:lnTo>
                  <a:pt x="606430" y="171267"/>
                </a:lnTo>
                <a:lnTo>
                  <a:pt x="648858" y="84399"/>
                </a:lnTo>
                <a:moveTo>
                  <a:pt x="777331" y="121798"/>
                </a:moveTo>
                <a:lnTo>
                  <a:pt x="808604" y="211501"/>
                </a:lnTo>
                <a:lnTo>
                  <a:pt x="767639" y="211501"/>
                </a:lnTo>
                <a:lnTo>
                  <a:pt x="750174" y="150510"/>
                </a:lnTo>
                <a:quadBezTo>
                  <a:pt x="749351" y="147401"/>
                  <a:pt x="749534" y="139537"/>
                </a:quadBezTo>
                <a:lnTo>
                  <a:pt x="749534" y="139537"/>
                </a:lnTo>
                <a:lnTo>
                  <a:pt x="749076" y="139537"/>
                </a:lnTo>
                <a:quadBezTo>
                  <a:pt x="745419" y="145755"/>
                  <a:pt x="741853" y="150876"/>
                </a:quadBezTo>
                <a:lnTo>
                  <a:pt x="741853" y="150876"/>
                </a:lnTo>
                <a:lnTo>
                  <a:pt x="691378" y="211501"/>
                </a:lnTo>
                <a:lnTo>
                  <a:pt x="650047" y="211501"/>
                </a:lnTo>
                <a:lnTo>
                  <a:pt x="731429" y="122530"/>
                </a:lnTo>
                <a:lnTo>
                  <a:pt x="702716" y="33467"/>
                </a:lnTo>
                <a:lnTo>
                  <a:pt x="744687" y="33467"/>
                </a:lnTo>
                <a:lnTo>
                  <a:pt x="758312" y="89611"/>
                </a:lnTo>
                <a:quadBezTo>
                  <a:pt x="759775" y="95555"/>
                  <a:pt x="760049" y="103876"/>
                </a:quadBezTo>
                <a:lnTo>
                  <a:pt x="760049" y="103876"/>
                </a:lnTo>
                <a:lnTo>
                  <a:pt x="760506" y="103876"/>
                </a:lnTo>
                <a:quadBezTo>
                  <a:pt x="763707" y="98755"/>
                  <a:pt x="770565" y="88971"/>
                </a:quadBezTo>
                <a:lnTo>
                  <a:pt x="770565" y="88971"/>
                </a:lnTo>
                <a:lnTo>
                  <a:pt x="816468" y="33467"/>
                </a:lnTo>
                <a:lnTo>
                  <a:pt x="855055" y="33467"/>
                </a:lnTo>
                <a:lnTo>
                  <a:pt x="777331" y="121798"/>
                </a:lnTo>
                <a:moveTo>
                  <a:pt x="886145" y="251917"/>
                </a:moveTo>
                <a:lnTo>
                  <a:pt x="858347" y="251917"/>
                </a:lnTo>
                <a:quadBezTo>
                  <a:pt x="830458" y="207843"/>
                  <a:pt x="847740" y="143561"/>
                </a:quadBezTo>
                <a:lnTo>
                  <a:pt x="847740" y="143561"/>
                </a:lnTo>
                <a:quadBezTo>
                  <a:pt x="864657" y="80559"/>
                  <a:pt x="916869" y="33467"/>
                </a:quadBezTo>
                <a:lnTo>
                  <a:pt x="916869" y="33467"/>
                </a:lnTo>
                <a:lnTo>
                  <a:pt x="944667" y="33467"/>
                </a:lnTo>
                <a:quadBezTo>
                  <a:pt x="893643" y="82479"/>
                  <a:pt x="877275" y="143378"/>
                </a:quadBezTo>
                <a:lnTo>
                  <a:pt x="877275" y="143378"/>
                </a:lnTo>
                <a:quadBezTo>
                  <a:pt x="861090" y="203911"/>
                  <a:pt x="886145" y="251917"/>
                </a:quadBezTo>
                <a:lnTo>
                  <a:pt x="886145" y="251917"/>
                </a:lnTo>
                <a:moveTo>
                  <a:pt x="1006480" y="130759"/>
                </a:moveTo>
                <a:lnTo>
                  <a:pt x="999988" y="154899"/>
                </a:lnTo>
                <a:lnTo>
                  <a:pt x="932139" y="154899"/>
                </a:lnTo>
                <a:lnTo>
                  <a:pt x="938632" y="130759"/>
                </a:lnTo>
                <a:lnTo>
                  <a:pt x="1006480" y="130759"/>
                </a:lnTo>
                <a:moveTo>
                  <a:pt x="1126907" y="30632"/>
                </a:moveTo>
                <a:lnTo>
                  <a:pt x="1148121" y="30632"/>
                </a:lnTo>
                <a:lnTo>
                  <a:pt x="1099657" y="211501"/>
                </a:lnTo>
                <a:lnTo>
                  <a:pt x="1065916" y="211501"/>
                </a:lnTo>
                <a:lnTo>
                  <a:pt x="1103406" y="71598"/>
                </a:lnTo>
                <a:quadBezTo>
                  <a:pt x="1096366" y="76810"/>
                  <a:pt x="1084753" y="81290"/>
                </a:quadBezTo>
                <a:quadBezTo>
                  <a:pt x="1073140" y="85771"/>
                  <a:pt x="1061527" y="87051"/>
                </a:quadBezTo>
                <a:lnTo>
                  <a:pt x="1061527" y="87051"/>
                </a:lnTo>
                <a:lnTo>
                  <a:pt x="1069574" y="57241"/>
                </a:lnTo>
                <a:quadBezTo>
                  <a:pt x="1098286" y="49195"/>
                  <a:pt x="1126907" y="30632"/>
                </a:quadBezTo>
                <a:lnTo>
                  <a:pt x="1126907" y="30632"/>
                </a:lnTo>
                <a:moveTo>
                  <a:pt x="1164946" y="206197"/>
                </a:moveTo>
                <a:lnTo>
                  <a:pt x="1164946" y="206197"/>
                </a:lnTo>
                <a:lnTo>
                  <a:pt x="1173084" y="175565"/>
                </a:lnTo>
                <a:quadBezTo>
                  <a:pt x="1179576" y="181783"/>
                  <a:pt x="1188994" y="184983"/>
                </a:quadBezTo>
                <a:quadBezTo>
                  <a:pt x="1198504" y="188275"/>
                  <a:pt x="1208380" y="188275"/>
                </a:quadBezTo>
                <a:lnTo>
                  <a:pt x="1208380" y="188275"/>
                </a:lnTo>
                <a:quadBezTo>
                  <a:pt x="1225479" y="188275"/>
                  <a:pt x="1237458" y="180045"/>
                </a:quadBezTo>
                <a:quadBezTo>
                  <a:pt x="1249436" y="171816"/>
                  <a:pt x="1253368" y="157185"/>
                </a:quadBezTo>
                <a:lnTo>
                  <a:pt x="1253368" y="157185"/>
                </a:lnTo>
                <a:quadBezTo>
                  <a:pt x="1257483" y="142006"/>
                  <a:pt x="1248979" y="134965"/>
                </a:quadBezTo>
                <a:quadBezTo>
                  <a:pt x="1240475" y="128016"/>
                  <a:pt x="1219078" y="128016"/>
                </a:quadBezTo>
                <a:lnTo>
                  <a:pt x="1219078" y="128016"/>
                </a:lnTo>
                <a:quadBezTo>
                  <a:pt x="1204539" y="128016"/>
                  <a:pt x="1187897" y="130576"/>
                </a:quadBezTo>
                <a:lnTo>
                  <a:pt x="1187897" y="130576"/>
                </a:lnTo>
                <a:lnTo>
                  <a:pt x="1220633" y="33467"/>
                </a:lnTo>
                <a:lnTo>
                  <a:pt x="1312713" y="33467"/>
                </a:lnTo>
                <a:lnTo>
                  <a:pt x="1305215" y="61539"/>
                </a:lnTo>
                <a:lnTo>
                  <a:pt x="1240932" y="61539"/>
                </a:lnTo>
                <a:lnTo>
                  <a:pt x="1226759" y="102870"/>
                </a:lnTo>
                <a:quadBezTo>
                  <a:pt x="1240749" y="101316"/>
                  <a:pt x="1245138" y="101316"/>
                </a:quadBezTo>
                <a:lnTo>
                  <a:pt x="1245138" y="101316"/>
                </a:lnTo>
                <a:quadBezTo>
                  <a:pt x="1271107" y="101316"/>
                  <a:pt x="1283086" y="115580"/>
                </a:quadBezTo>
                <a:quadBezTo>
                  <a:pt x="1295065" y="129845"/>
                  <a:pt x="1288664" y="153528"/>
                </a:quadBezTo>
                <a:lnTo>
                  <a:pt x="1288664" y="153528"/>
                </a:lnTo>
                <a:quadBezTo>
                  <a:pt x="1280983" y="182240"/>
                  <a:pt x="1258489" y="198425"/>
                </a:quadBezTo>
                <a:quadBezTo>
                  <a:pt x="1236086" y="214610"/>
                  <a:pt x="1204631" y="214610"/>
                </a:quadBezTo>
                <a:lnTo>
                  <a:pt x="1204631" y="214610"/>
                </a:lnTo>
                <a:quadBezTo>
                  <a:pt x="1178204" y="214610"/>
                  <a:pt x="1164946" y="206197"/>
                </a:quadBezTo>
                <a:moveTo>
                  <a:pt x="1476482" y="23500"/>
                </a:moveTo>
                <a:lnTo>
                  <a:pt x="1426098" y="211501"/>
                </a:lnTo>
                <a:lnTo>
                  <a:pt x="1392448" y="211501"/>
                </a:lnTo>
                <a:lnTo>
                  <a:pt x="1397478" y="192756"/>
                </a:lnTo>
                <a:lnTo>
                  <a:pt x="1396837" y="192756"/>
                </a:lnTo>
                <a:quadBezTo>
                  <a:pt x="1377452" y="214610"/>
                  <a:pt x="1350477" y="214610"/>
                </a:quadBezTo>
                <a:lnTo>
                  <a:pt x="1350477" y="214610"/>
                </a:lnTo>
                <a:quadBezTo>
                  <a:pt x="1326520" y="214610"/>
                  <a:pt x="1316736" y="197510"/>
                </a:quadBezTo>
                <a:quadBezTo>
                  <a:pt x="1306952" y="180320"/>
                  <a:pt x="1314907" y="150785"/>
                </a:quadBezTo>
                <a:lnTo>
                  <a:pt x="1314907" y="150785"/>
                </a:lnTo>
                <a:quadBezTo>
                  <a:pt x="1323228" y="119512"/>
                  <a:pt x="1344442" y="100401"/>
                </a:quadBezTo>
                <a:quadBezTo>
                  <a:pt x="1365656" y="81382"/>
                  <a:pt x="1391351" y="81382"/>
                </a:quadBezTo>
                <a:lnTo>
                  <a:pt x="1391351" y="81382"/>
                </a:lnTo>
                <a:quadBezTo>
                  <a:pt x="1416406" y="81382"/>
                  <a:pt x="1421709" y="99852"/>
                </a:quadBezTo>
                <a:lnTo>
                  <a:pt x="1421709" y="99852"/>
                </a:lnTo>
                <a:lnTo>
                  <a:pt x="1422349" y="99852"/>
                </a:lnTo>
                <a:lnTo>
                  <a:pt x="1442832" y="23500"/>
                </a:lnTo>
                <a:lnTo>
                  <a:pt x="1476482" y="23500"/>
                </a:lnTo>
                <a:moveTo>
                  <a:pt x="1409182" y="150876"/>
                </a:moveTo>
                <a:lnTo>
                  <a:pt x="1412382" y="138806"/>
                </a:lnTo>
                <a:quadBezTo>
                  <a:pt x="1416040" y="125364"/>
                  <a:pt x="1410188" y="116495"/>
                </a:quadBezTo>
                <a:quadBezTo>
                  <a:pt x="1404336" y="107625"/>
                  <a:pt x="1391900" y="107625"/>
                </a:quadBezTo>
                <a:lnTo>
                  <a:pt x="1391900" y="107625"/>
                </a:lnTo>
                <a:quadBezTo>
                  <a:pt x="1377361" y="107625"/>
                  <a:pt x="1365931" y="118963"/>
                </a:quadBezTo>
                <a:quadBezTo>
                  <a:pt x="1354409" y="130393"/>
                  <a:pt x="1349197" y="149779"/>
                </a:quadBezTo>
                <a:lnTo>
                  <a:pt x="1349197" y="149779"/>
                </a:lnTo>
                <a:quadBezTo>
                  <a:pt x="1344351" y="168067"/>
                  <a:pt x="1349746" y="178217"/>
                </a:quadBezTo>
                <a:quadBezTo>
                  <a:pt x="1355141" y="188275"/>
                  <a:pt x="1368948" y="188275"/>
                </a:quadBezTo>
                <a:lnTo>
                  <a:pt x="1368948" y="188275"/>
                </a:lnTo>
                <a:quadBezTo>
                  <a:pt x="1382207" y="188275"/>
                  <a:pt x="1393546" y="177759"/>
                </a:quadBezTo>
                <a:quadBezTo>
                  <a:pt x="1404793" y="167244"/>
                  <a:pt x="1409182" y="150876"/>
                </a:quadBezTo>
                <a:lnTo>
                  <a:pt x="1409182" y="150876"/>
                </a:lnTo>
                <a:moveTo>
                  <a:pt x="1590507" y="142555"/>
                </a:moveTo>
                <a:lnTo>
                  <a:pt x="1586575" y="157460"/>
                </a:lnTo>
                <a:lnTo>
                  <a:pt x="1501628" y="157460"/>
                </a:lnTo>
                <a:quadBezTo>
                  <a:pt x="1495044" y="189829"/>
                  <a:pt x="1529791" y="189829"/>
                </a:quadBezTo>
                <a:lnTo>
                  <a:pt x="1529791" y="189829"/>
                </a:lnTo>
                <a:quadBezTo>
                  <a:pt x="1550914" y="189829"/>
                  <a:pt x="1570482" y="178765"/>
                </a:quadBezTo>
                <a:lnTo>
                  <a:pt x="1570482" y="178765"/>
                </a:lnTo>
                <a:lnTo>
                  <a:pt x="1563624" y="204368"/>
                </a:lnTo>
                <a:quadBezTo>
                  <a:pt x="1543141" y="214610"/>
                  <a:pt x="1515527" y="214610"/>
                </a:quadBezTo>
                <a:lnTo>
                  <a:pt x="1515527" y="214610"/>
                </a:lnTo>
                <a:quadBezTo>
                  <a:pt x="1485900" y="214610"/>
                  <a:pt x="1473921" y="197510"/>
                </a:quadBezTo>
                <a:quadBezTo>
                  <a:pt x="1462034" y="180320"/>
                  <a:pt x="1470355" y="149504"/>
                </a:quadBezTo>
                <a:lnTo>
                  <a:pt x="1470355" y="149504"/>
                </a:lnTo>
                <a:quadBezTo>
                  <a:pt x="1478402" y="119238"/>
                  <a:pt x="1501170" y="100310"/>
                </a:quadBezTo>
                <a:quadBezTo>
                  <a:pt x="1523939" y="81382"/>
                  <a:pt x="1550548" y="81382"/>
                </a:quadBezTo>
                <a:lnTo>
                  <a:pt x="1550548" y="81382"/>
                </a:lnTo>
                <a:quadBezTo>
                  <a:pt x="1577157" y="81382"/>
                  <a:pt x="1587673" y="97749"/>
                </a:quadBezTo>
                <a:quadBezTo>
                  <a:pt x="1598188" y="114026"/>
                  <a:pt x="1590507" y="142555"/>
                </a:quadBezTo>
                <a:lnTo>
                  <a:pt x="1590507" y="142555"/>
                </a:lnTo>
                <a:moveTo>
                  <a:pt x="1507571" y="135331"/>
                </a:moveTo>
                <a:lnTo>
                  <a:pt x="1560698" y="135331"/>
                </a:lnTo>
                <a:quadBezTo>
                  <a:pt x="1568745" y="105065"/>
                  <a:pt x="1543873" y="105065"/>
                </a:quadBezTo>
                <a:lnTo>
                  <a:pt x="1543873" y="105065"/>
                </a:lnTo>
                <a:quadBezTo>
                  <a:pt x="1533449" y="105065"/>
                  <a:pt x="1523390" y="113294"/>
                </a:quadBezTo>
                <a:quadBezTo>
                  <a:pt x="1513241" y="121524"/>
                  <a:pt x="1507571" y="135331"/>
                </a:quadBezTo>
                <a:lnTo>
                  <a:pt x="1507571" y="135331"/>
                </a:lnTo>
                <a:moveTo>
                  <a:pt x="1751533" y="84399"/>
                </a:moveTo>
                <a:lnTo>
                  <a:pt x="1720992" y="198333"/>
                </a:lnTo>
                <a:quadBezTo>
                  <a:pt x="1711482" y="233629"/>
                  <a:pt x="1686977" y="252466"/>
                </a:quadBezTo>
                <a:quadBezTo>
                  <a:pt x="1662471" y="271211"/>
                  <a:pt x="1625529" y="271211"/>
                </a:quadBezTo>
                <a:lnTo>
                  <a:pt x="1625529" y="271211"/>
                </a:lnTo>
                <a:quadBezTo>
                  <a:pt x="1600383" y="271211"/>
                  <a:pt x="1586758" y="263347"/>
                </a:quadBezTo>
                <a:lnTo>
                  <a:pt x="1586758" y="263347"/>
                </a:lnTo>
                <a:lnTo>
                  <a:pt x="1594531" y="234086"/>
                </a:lnTo>
                <a:quadBezTo>
                  <a:pt x="1611447" y="245608"/>
                  <a:pt x="1631472" y="245608"/>
                </a:quadBezTo>
                <a:lnTo>
                  <a:pt x="1631472" y="245608"/>
                </a:lnTo>
                <a:quadBezTo>
                  <a:pt x="1652046" y="245608"/>
                  <a:pt x="1666311" y="234635"/>
                </a:quadBezTo>
                <a:quadBezTo>
                  <a:pt x="1680576" y="223662"/>
                  <a:pt x="1685971" y="203545"/>
                </a:quadBezTo>
                <a:lnTo>
                  <a:pt x="1685971" y="203545"/>
                </a:lnTo>
                <a:lnTo>
                  <a:pt x="1688988" y="192298"/>
                </a:lnTo>
                <a:lnTo>
                  <a:pt x="1688531" y="192298"/>
                </a:lnTo>
                <a:quadBezTo>
                  <a:pt x="1668689" y="214610"/>
                  <a:pt x="1641714" y="214610"/>
                </a:quadBezTo>
                <a:lnTo>
                  <a:pt x="1641714" y="214610"/>
                </a:lnTo>
                <a:quadBezTo>
                  <a:pt x="1618031" y="214610"/>
                  <a:pt x="1608064" y="197602"/>
                </a:quadBezTo>
                <a:quadBezTo>
                  <a:pt x="1598188" y="180503"/>
                  <a:pt x="1605869" y="151608"/>
                </a:quadBezTo>
                <a:lnTo>
                  <a:pt x="1605869" y="151608"/>
                </a:lnTo>
                <a:quadBezTo>
                  <a:pt x="1614465" y="119604"/>
                  <a:pt x="1635496" y="100493"/>
                </a:quadBezTo>
                <a:quadBezTo>
                  <a:pt x="1656527" y="81382"/>
                  <a:pt x="1682496" y="81382"/>
                </a:quadBezTo>
                <a:lnTo>
                  <a:pt x="1682496" y="81382"/>
                </a:lnTo>
                <a:quadBezTo>
                  <a:pt x="1706088" y="81382"/>
                  <a:pt x="1713220" y="100035"/>
                </a:quadBezTo>
                <a:lnTo>
                  <a:pt x="1713220" y="100035"/>
                </a:lnTo>
                <a:lnTo>
                  <a:pt x="1713677" y="100035"/>
                </a:lnTo>
                <a:lnTo>
                  <a:pt x="1717883" y="84399"/>
                </a:lnTo>
                <a:lnTo>
                  <a:pt x="1751533" y="84399"/>
                </a:lnTo>
                <a:moveTo>
                  <a:pt x="1700235" y="151516"/>
                </a:moveTo>
                <a:lnTo>
                  <a:pt x="1703619" y="138897"/>
                </a:lnTo>
                <a:quadBezTo>
                  <a:pt x="1707093" y="126004"/>
                  <a:pt x="1701424" y="116769"/>
                </a:quadBezTo>
                <a:quadBezTo>
                  <a:pt x="1695846" y="107625"/>
                  <a:pt x="1683319" y="107625"/>
                </a:quadBezTo>
                <a:lnTo>
                  <a:pt x="1683319" y="107625"/>
                </a:lnTo>
                <a:quadBezTo>
                  <a:pt x="1668871" y="107625"/>
                  <a:pt x="1657350" y="118872"/>
                </a:quadBezTo>
                <a:quadBezTo>
                  <a:pt x="1645737" y="130119"/>
                  <a:pt x="1640342" y="150327"/>
                </a:quadBezTo>
                <a:lnTo>
                  <a:pt x="1640342" y="150327"/>
                </a:lnTo>
                <a:quadBezTo>
                  <a:pt x="1635679" y="167701"/>
                  <a:pt x="1641074" y="178034"/>
                </a:quadBezTo>
                <a:quadBezTo>
                  <a:pt x="1646377" y="188275"/>
                  <a:pt x="1659819" y="188275"/>
                </a:quadBezTo>
                <a:lnTo>
                  <a:pt x="1659819" y="188275"/>
                </a:lnTo>
                <a:quadBezTo>
                  <a:pt x="1673443" y="188275"/>
                  <a:pt x="1684691" y="178034"/>
                </a:quadBezTo>
                <a:quadBezTo>
                  <a:pt x="1695938" y="167701"/>
                  <a:pt x="1700235" y="151516"/>
                </a:quadBezTo>
                <a:lnTo>
                  <a:pt x="1700235" y="151516"/>
                </a:lnTo>
                <a:moveTo>
                  <a:pt x="1754276" y="251917"/>
                </a:moveTo>
                <a:lnTo>
                  <a:pt x="1726387" y="251917"/>
                </a:lnTo>
                <a:quadBezTo>
                  <a:pt x="1777228" y="204734"/>
                  <a:pt x="1793596" y="143378"/>
                </a:quadBezTo>
                <a:lnTo>
                  <a:pt x="1793596" y="143378"/>
                </a:lnTo>
                <a:quadBezTo>
                  <a:pt x="1809872" y="82753"/>
                  <a:pt x="1784909" y="33467"/>
                </a:quadBezTo>
                <a:lnTo>
                  <a:pt x="1784909" y="33467"/>
                </a:lnTo>
                <a:lnTo>
                  <a:pt x="1812889" y="33467"/>
                </a:lnTo>
                <a:quadBezTo>
                  <a:pt x="1840047" y="80742"/>
                  <a:pt x="1823222" y="143561"/>
                </a:quadBezTo>
                <a:lnTo>
                  <a:pt x="1823222" y="143561"/>
                </a:lnTo>
                <a:quadBezTo>
                  <a:pt x="1806123" y="207386"/>
                  <a:pt x="1754276" y="251917"/>
                </a:quadBezTo>
                <a:lnTo>
                  <a:pt x="1754276" y="251917"/>
                </a:lnTo>
                <a:moveTo>
                  <a:pt x="2183770" y="84856"/>
                </a:moveTo>
                <a:lnTo>
                  <a:pt x="2148474" y="84856"/>
                </a:lnTo>
                <a:lnTo>
                  <a:pt x="2134941" y="135423"/>
                </a:lnTo>
                <a:lnTo>
                  <a:pt x="2104400" y="135423"/>
                </a:lnTo>
                <a:lnTo>
                  <a:pt x="2140702" y="0"/>
                </a:lnTo>
                <a:lnTo>
                  <a:pt x="2171151" y="0"/>
                </a:lnTo>
                <a:lnTo>
                  <a:pt x="2155241" y="59527"/>
                </a:lnTo>
                <a:lnTo>
                  <a:pt x="2190537" y="59527"/>
                </a:lnTo>
                <a:lnTo>
                  <a:pt x="2183770" y="84856"/>
                </a:lnTo>
                <a:moveTo>
                  <a:pt x="2072670" y="116952"/>
                </a:moveTo>
                <a:lnTo>
                  <a:pt x="1961754" y="116952"/>
                </a:lnTo>
                <a:lnTo>
                  <a:pt x="1991015" y="7590"/>
                </a:lnTo>
                <a:lnTo>
                  <a:pt x="2021281" y="7590"/>
                </a:lnTo>
                <a:lnTo>
                  <a:pt x="2012594" y="39868"/>
                </a:lnTo>
                <a:lnTo>
                  <a:pt x="2063435" y="39868"/>
                </a:lnTo>
                <a:lnTo>
                  <a:pt x="2072030" y="7590"/>
                </a:lnTo>
                <a:lnTo>
                  <a:pt x="2101931" y="7590"/>
                </a:lnTo>
                <a:lnTo>
                  <a:pt x="2072670" y="116952"/>
                </a:lnTo>
                <a:moveTo>
                  <a:pt x="2049536" y="91623"/>
                </a:moveTo>
                <a:lnTo>
                  <a:pt x="2056577" y="65380"/>
                </a:lnTo>
                <a:lnTo>
                  <a:pt x="2005736" y="65380"/>
                </a:lnTo>
                <a:lnTo>
                  <a:pt x="1998787" y="91623"/>
                </a:lnTo>
                <a:lnTo>
                  <a:pt x="2049536" y="91623"/>
                </a:lnTo>
                <a:moveTo>
                  <a:pt x="2108698" y="233263"/>
                </a:moveTo>
                <a:lnTo>
                  <a:pt x="2078431" y="233263"/>
                </a:lnTo>
                <a:lnTo>
                  <a:pt x="2095165" y="170901"/>
                </a:lnTo>
                <a:lnTo>
                  <a:pt x="1972361" y="170901"/>
                </a:lnTo>
                <a:lnTo>
                  <a:pt x="1979127" y="145390"/>
                </a:lnTo>
                <a:lnTo>
                  <a:pt x="2132289" y="145390"/>
                </a:lnTo>
                <a:lnTo>
                  <a:pt x="2108698" y="233263"/>
                </a:lnTo>
                <a:moveTo>
                  <a:pt x="234635" y="427848"/>
                </a:moveTo>
                <a:lnTo>
                  <a:pt x="210769" y="451165"/>
                </a:lnTo>
                <a:quadBezTo>
                  <a:pt x="187818" y="443850"/>
                  <a:pt x="168615" y="428305"/>
                </a:quadBezTo>
                <a:quadBezTo>
                  <a:pt x="149413" y="412852"/>
                  <a:pt x="141915" y="395661"/>
                </a:quadBezTo>
                <a:lnTo>
                  <a:pt x="141915" y="395661"/>
                </a:lnTo>
                <a:quadBezTo>
                  <a:pt x="125181" y="413492"/>
                  <a:pt x="98024" y="429036"/>
                </a:quadBezTo>
                <a:quadBezTo>
                  <a:pt x="70775" y="444673"/>
                  <a:pt x="43343" y="451439"/>
                </a:quadBezTo>
                <a:lnTo>
                  <a:pt x="43343" y="451439"/>
                </a:lnTo>
                <a:lnTo>
                  <a:pt x="32004" y="427848"/>
                </a:lnTo>
                <a:quadBezTo>
                  <a:pt x="75987" y="418795"/>
                  <a:pt x="104059" y="397398"/>
                </a:quadBezTo>
                <a:quadBezTo>
                  <a:pt x="132039" y="376093"/>
                  <a:pt x="137343" y="356250"/>
                </a:quadBezTo>
                <a:lnTo>
                  <a:pt x="137343" y="356250"/>
                </a:lnTo>
                <a:lnTo>
                  <a:pt x="142006" y="338968"/>
                </a:lnTo>
                <a:lnTo>
                  <a:pt x="172730" y="338968"/>
                </a:lnTo>
                <a:lnTo>
                  <a:pt x="168067" y="356250"/>
                </a:lnTo>
                <a:quadBezTo>
                  <a:pt x="162946" y="375636"/>
                  <a:pt x="179405" y="397307"/>
                </a:quadBezTo>
                <a:quadBezTo>
                  <a:pt x="195864" y="418978"/>
                  <a:pt x="234635" y="427848"/>
                </a:quadBezTo>
                <a:lnTo>
                  <a:pt x="234635" y="427848"/>
                </a:lnTo>
                <a:moveTo>
                  <a:pt x="216438" y="522397"/>
                </a:moveTo>
                <a:lnTo>
                  <a:pt x="0" y="522397"/>
                </a:lnTo>
                <a:lnTo>
                  <a:pt x="6675" y="497525"/>
                </a:lnTo>
                <a:lnTo>
                  <a:pt x="223114" y="497525"/>
                </a:lnTo>
                <a:lnTo>
                  <a:pt x="216438" y="522397"/>
                </a:lnTo>
              </a:path>
            </a:pathLst>
          </a:custGeom>
          <a:solidFill>
            <a:srgbClr val="FFFFFF"/>
          </a:solidFill>
          <a:ln/>
        </p:spPr>
      </p:sp>
      <p:sp>
        <p:nvSpPr>
          <p:cNvPr id="14" name="hp20"/>
          <p:cNvSpPr/>
          <p:nvPr/>
        </p:nvSpPr>
        <p:spPr>
          <a:xfrm>
            <a:off x="3640409" y="3257550"/>
            <a:ext cx="2997495" cy="23811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prstTxWarp prst="textPlain">
              <a:avLst/>
            </a:prstTxWarp>
          </a:bodyPr>
          <a:lstStyle/>
          <a:p>
            <a:pPr algn="ctr" indent="0" marL="0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STRETCH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3619470" y="3838651"/>
            <a:ext cx="2386127" cy="428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STRETCH (원본)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8191470" y="3143250"/>
            <a:ext cx="1714500" cy="1047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Shape 15"/>
          <p:cNvSpPr/>
          <p:nvPr/>
        </p:nvSpPr>
        <p:spPr>
          <a:xfrm>
            <a:off x="8858250" y="3524280"/>
            <a:ext cx="1714500" cy="1047720"/>
          </a:xfrm>
          <a:prstGeom prst="rect">
            <a:avLst/>
          </a:prstGeom>
          <a:solidFill>
            <a:srgbClr val="FDE047"/>
          </a:solidFill>
          <a:ln/>
        </p:spPr>
      </p:sp>
      <p:sp>
        <p:nvSpPr>
          <p:cNvPr id="18" name="Shape 16"/>
          <p:cNvSpPr/>
          <p:nvPr/>
        </p:nvSpPr>
        <p:spPr>
          <a:xfrm>
            <a:off x="8858250" y="3524280"/>
            <a:ext cx="1047720" cy="666780"/>
          </a:xfrm>
          <a:prstGeom prst="rect">
            <a:avLst/>
          </a:prstGeom>
          <a:solidFill>
            <a:srgbClr val="3B7244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p2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27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609630" y="488015"/>
            <a:ext cx="831537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blur 그룹(글자 포함) · backdrop-filter · skew 글자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09630" y="1333470"/>
            <a:ext cx="2286000" cy="1143000"/>
          </a:xfrm>
          <a:prstGeom prst="roundRect">
            <a:avLst>
              <a:gd name="adj" fmla="val 50000"/>
            </a:avLst>
          </a:prstGeom>
          <a:solidFill>
            <a:srgbClr val="FDE047"/>
          </a:solidFill>
          <a:ln/>
        </p:spPr>
      </p:sp>
      <p:sp>
        <p:nvSpPr>
          <p:cNvPr id="5" name="Shape 3"/>
          <p:cNvSpPr/>
          <p:nvPr/>
        </p:nvSpPr>
        <p:spPr>
          <a:xfrm>
            <a:off x="1904970" y="1904970"/>
            <a:ext cx="1904970" cy="1904970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619220"/>
            <a:ext cx="3238530" cy="16192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143000" y="1619220"/>
            <a:ext cx="3238530" cy="1619220"/>
          </a:xfrm>
          <a:prstGeom prst="roundRect">
            <a:avLst>
              <a:gd name="adj" fmla="val 11763"/>
            </a:avLst>
          </a:prstGeom>
          <a:solidFill>
            <a:srgbClr val="FFFFFF">
              <a:alpha val="28000"/>
            </a:srgbClr>
          </a:solidFill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419240" y="1910547"/>
            <a:ext cx="2724180" cy="647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유리 패널 (backdrop-filter)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419240" y="2625791"/>
            <a:ext cx="183501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패널과 글자는 네이티브</a:t>
            </a:r>
            <a:endParaRPr lang="en-US" sz="1350" dirty="0"/>
          </a:p>
        </p:txBody>
      </p:sp>
      <p:sp>
        <p:nvSpPr>
          <p:cNvPr id="10" name="hp23"/>
          <p:cNvSpPr/>
          <p:nvPr/>
        </p:nvSpPr>
        <p:spPr>
          <a:xfrm>
            <a:off x="5333970" y="1428750"/>
            <a:ext cx="2857500" cy="1238280"/>
          </a:xfrm>
          <a:prstGeom prst="roundRect">
            <a:avLst>
              <a:gd name="adj" fmla="val 12310"/>
            </a:avLst>
          </a:prstGeom>
          <a:solidFill>
            <a:srgbClr val="0F172A"/>
          </a:solidFill>
          <a:ln/>
          <a:effectLst>
            <a:blur rad="57150" grow="0"/>
          </a:effectLst>
        </p:spPr>
      </p:sp>
      <p:sp>
        <p:nvSpPr>
          <p:cNvPr id="11" name="hp3"/>
          <p:cNvSpPr/>
          <p:nvPr/>
        </p:nvSpPr>
        <p:spPr>
          <a:xfrm>
            <a:off x="5642580" y="1797710"/>
            <a:ext cx="1753179" cy="266822"/>
          </a:xfrm>
          <a:custGeom>
            <a:avLst/>
            <a:gdLst/>
            <a:ahLst/>
            <a:cxnLst/>
            <a:rect l="l" t="t" r="r" b="b"/>
            <a:pathLst>
              <a:path w="1753179" h="266822">
                <a:moveTo>
                  <a:pt x="68397" y="202540"/>
                </a:moveTo>
                <a:lnTo>
                  <a:pt x="0" y="202540"/>
                </a:lnTo>
                <a:lnTo>
                  <a:pt x="0" y="10790"/>
                </a:lnTo>
                <a:lnTo>
                  <a:pt x="65288" y="10790"/>
                </a:lnTo>
                <a:quadBezTo>
                  <a:pt x="94823" y="10790"/>
                  <a:pt x="111465" y="22586"/>
                </a:quadBezTo>
                <a:quadBezTo>
                  <a:pt x="128107" y="34381"/>
                  <a:pt x="128107" y="55504"/>
                </a:quadBezTo>
                <a:lnTo>
                  <a:pt x="128107" y="55504"/>
                </a:lnTo>
                <a:quadBezTo>
                  <a:pt x="128107" y="70866"/>
                  <a:pt x="118415" y="82662"/>
                </a:quadBezTo>
                <a:quadBezTo>
                  <a:pt x="108631" y="94458"/>
                  <a:pt x="92080" y="99487"/>
                </a:quadBezTo>
                <a:lnTo>
                  <a:pt x="92080" y="99487"/>
                </a:lnTo>
                <a:lnTo>
                  <a:pt x="92080" y="99852"/>
                </a:lnTo>
                <a:quadBezTo>
                  <a:pt x="112380" y="102504"/>
                  <a:pt x="124358" y="115032"/>
                </a:quadBezTo>
                <a:quadBezTo>
                  <a:pt x="136337" y="127467"/>
                  <a:pt x="136337" y="145938"/>
                </a:quadBezTo>
                <a:lnTo>
                  <a:pt x="136337" y="145938"/>
                </a:lnTo>
                <a:quadBezTo>
                  <a:pt x="136337" y="171724"/>
                  <a:pt x="117866" y="187178"/>
                </a:quadBezTo>
                <a:quadBezTo>
                  <a:pt x="99395" y="202540"/>
                  <a:pt x="68397" y="202540"/>
                </a:quadBezTo>
                <a:lnTo>
                  <a:pt x="68397" y="202540"/>
                </a:lnTo>
                <a:moveTo>
                  <a:pt x="56144" y="39319"/>
                </a:moveTo>
                <a:lnTo>
                  <a:pt x="37125" y="39319"/>
                </a:lnTo>
                <a:lnTo>
                  <a:pt x="37125" y="89611"/>
                </a:lnTo>
                <a:lnTo>
                  <a:pt x="57333" y="89611"/>
                </a:lnTo>
                <a:quadBezTo>
                  <a:pt x="72238" y="89611"/>
                  <a:pt x="80742" y="82479"/>
                </a:quadBezTo>
                <a:quadBezTo>
                  <a:pt x="89245" y="75438"/>
                  <a:pt x="89245" y="62545"/>
                </a:quadBezTo>
                <a:lnTo>
                  <a:pt x="89245" y="62545"/>
                </a:lnTo>
                <a:quadBezTo>
                  <a:pt x="89245" y="39319"/>
                  <a:pt x="56144" y="39319"/>
                </a:quadBezTo>
                <a:lnTo>
                  <a:pt x="56144" y="39319"/>
                </a:lnTo>
                <a:moveTo>
                  <a:pt x="61356" y="118232"/>
                </a:moveTo>
                <a:lnTo>
                  <a:pt x="37125" y="118232"/>
                </a:lnTo>
                <a:lnTo>
                  <a:pt x="37125" y="174010"/>
                </a:lnTo>
                <a:lnTo>
                  <a:pt x="62636" y="174010"/>
                </a:lnTo>
                <a:quadBezTo>
                  <a:pt x="79004" y="174010"/>
                  <a:pt x="88148" y="166421"/>
                </a:quadBezTo>
                <a:quadBezTo>
                  <a:pt x="97292" y="158831"/>
                  <a:pt x="97292" y="145481"/>
                </a:quadBezTo>
                <a:lnTo>
                  <a:pt x="97292" y="145481"/>
                </a:lnTo>
                <a:quadBezTo>
                  <a:pt x="97292" y="118232"/>
                  <a:pt x="61356" y="118232"/>
                </a:quadBezTo>
                <a:lnTo>
                  <a:pt x="61356" y="118232"/>
                </a:lnTo>
                <a:moveTo>
                  <a:pt x="201717" y="202540"/>
                </a:moveTo>
                <a:lnTo>
                  <a:pt x="165506" y="202540"/>
                </a:lnTo>
                <a:lnTo>
                  <a:pt x="165506" y="0"/>
                </a:lnTo>
                <a:lnTo>
                  <a:pt x="201717" y="0"/>
                </a:lnTo>
                <a:lnTo>
                  <a:pt x="201717" y="202540"/>
                </a:lnTo>
                <a:moveTo>
                  <a:pt x="363748" y="65654"/>
                </a:moveTo>
                <a:lnTo>
                  <a:pt x="363748" y="202540"/>
                </a:lnTo>
                <a:lnTo>
                  <a:pt x="327538" y="202540"/>
                </a:lnTo>
                <a:lnTo>
                  <a:pt x="327538" y="181417"/>
                </a:lnTo>
                <a:lnTo>
                  <a:pt x="326898" y="181417"/>
                </a:lnTo>
                <a:quadBezTo>
                  <a:pt x="311810" y="205923"/>
                  <a:pt x="284927" y="205923"/>
                </a:quadBezTo>
                <a:lnTo>
                  <a:pt x="284927" y="205923"/>
                </a:lnTo>
                <a:quadBezTo>
                  <a:pt x="236921" y="205923"/>
                  <a:pt x="236921" y="148041"/>
                </a:quadBezTo>
                <a:lnTo>
                  <a:pt x="236921" y="148041"/>
                </a:lnTo>
                <a:lnTo>
                  <a:pt x="236921" y="65654"/>
                </a:lnTo>
                <a:lnTo>
                  <a:pt x="273223" y="65654"/>
                </a:lnTo>
                <a:lnTo>
                  <a:pt x="273223" y="144292"/>
                </a:lnTo>
                <a:quadBezTo>
                  <a:pt x="273223" y="177485"/>
                  <a:pt x="299009" y="177485"/>
                </a:quadBezTo>
                <a:lnTo>
                  <a:pt x="299009" y="177485"/>
                </a:lnTo>
                <a:quadBezTo>
                  <a:pt x="311628" y="177485"/>
                  <a:pt x="319583" y="168432"/>
                </a:quadBezTo>
                <a:quadBezTo>
                  <a:pt x="327538" y="159380"/>
                  <a:pt x="327538" y="144201"/>
                </a:quadBezTo>
                <a:lnTo>
                  <a:pt x="327538" y="144201"/>
                </a:lnTo>
                <a:lnTo>
                  <a:pt x="327538" y="65654"/>
                </a:lnTo>
                <a:lnTo>
                  <a:pt x="363748" y="65654"/>
                </a:lnTo>
                <a:moveTo>
                  <a:pt x="485455" y="65105"/>
                </a:moveTo>
                <a:lnTo>
                  <a:pt x="485455" y="99121"/>
                </a:lnTo>
                <a:quadBezTo>
                  <a:pt x="478323" y="94823"/>
                  <a:pt x="467898" y="94823"/>
                </a:quadBezTo>
                <a:lnTo>
                  <a:pt x="467898" y="94823"/>
                </a:lnTo>
                <a:quadBezTo>
                  <a:pt x="454182" y="94823"/>
                  <a:pt x="446044" y="105979"/>
                </a:quadBezTo>
                <a:quadBezTo>
                  <a:pt x="437815" y="117043"/>
                  <a:pt x="437815" y="135788"/>
                </a:quadBezTo>
                <a:lnTo>
                  <a:pt x="437815" y="135788"/>
                </a:lnTo>
                <a:lnTo>
                  <a:pt x="437815" y="202540"/>
                </a:lnTo>
                <a:lnTo>
                  <a:pt x="401513" y="202540"/>
                </a:lnTo>
                <a:lnTo>
                  <a:pt x="401513" y="65654"/>
                </a:lnTo>
                <a:lnTo>
                  <a:pt x="437815" y="65654"/>
                </a:lnTo>
                <a:lnTo>
                  <a:pt x="437815" y="91897"/>
                </a:lnTo>
                <a:lnTo>
                  <a:pt x="438180" y="91897"/>
                </a:lnTo>
                <a:quadBezTo>
                  <a:pt x="448239" y="63276"/>
                  <a:pt x="474299" y="63276"/>
                </a:quadBezTo>
                <a:lnTo>
                  <a:pt x="474299" y="63276"/>
                </a:lnTo>
                <a:quadBezTo>
                  <a:pt x="481706" y="63276"/>
                  <a:pt x="485455" y="65105"/>
                </a:quadBezTo>
                <a:lnTo>
                  <a:pt x="485455" y="65105"/>
                </a:lnTo>
                <a:moveTo>
                  <a:pt x="590520" y="65105"/>
                </a:moveTo>
                <a:lnTo>
                  <a:pt x="590520" y="99121"/>
                </a:lnTo>
                <a:quadBezTo>
                  <a:pt x="583387" y="94823"/>
                  <a:pt x="572963" y="94823"/>
                </a:quadBezTo>
                <a:lnTo>
                  <a:pt x="572963" y="94823"/>
                </a:lnTo>
                <a:quadBezTo>
                  <a:pt x="559338" y="94823"/>
                  <a:pt x="551109" y="105979"/>
                </a:quadBezTo>
                <a:quadBezTo>
                  <a:pt x="542879" y="117043"/>
                  <a:pt x="542879" y="135788"/>
                </a:quadBezTo>
                <a:lnTo>
                  <a:pt x="542879" y="135788"/>
                </a:lnTo>
                <a:lnTo>
                  <a:pt x="542879" y="202540"/>
                </a:lnTo>
                <a:lnTo>
                  <a:pt x="506578" y="202540"/>
                </a:lnTo>
                <a:lnTo>
                  <a:pt x="506578" y="65654"/>
                </a:lnTo>
                <a:lnTo>
                  <a:pt x="542879" y="65654"/>
                </a:lnTo>
                <a:lnTo>
                  <a:pt x="542879" y="91897"/>
                </a:lnTo>
                <a:lnTo>
                  <a:pt x="543245" y="91897"/>
                </a:lnTo>
                <a:quadBezTo>
                  <a:pt x="553303" y="63276"/>
                  <a:pt x="579364" y="63276"/>
                </a:quadBezTo>
                <a:lnTo>
                  <a:pt x="579364" y="63276"/>
                </a:lnTo>
                <a:quadBezTo>
                  <a:pt x="586770" y="63276"/>
                  <a:pt x="590520" y="65105"/>
                </a:quadBezTo>
                <a:lnTo>
                  <a:pt x="590520" y="65105"/>
                </a:lnTo>
                <a:moveTo>
                  <a:pt x="730057" y="128290"/>
                </a:moveTo>
                <a:lnTo>
                  <a:pt x="730057" y="144292"/>
                </a:lnTo>
                <a:lnTo>
                  <a:pt x="638617" y="144292"/>
                </a:lnTo>
                <a:quadBezTo>
                  <a:pt x="640812" y="179222"/>
                  <a:pt x="678210" y="179222"/>
                </a:quadBezTo>
                <a:lnTo>
                  <a:pt x="678210" y="179222"/>
                </a:lnTo>
                <a:quadBezTo>
                  <a:pt x="700979" y="179222"/>
                  <a:pt x="718810" y="167244"/>
                </a:quadBezTo>
                <a:lnTo>
                  <a:pt x="718810" y="167244"/>
                </a:lnTo>
                <a:lnTo>
                  <a:pt x="718810" y="194859"/>
                </a:lnTo>
                <a:quadBezTo>
                  <a:pt x="699790" y="205923"/>
                  <a:pt x="669981" y="205923"/>
                </a:quadBezTo>
                <a:lnTo>
                  <a:pt x="669981" y="205923"/>
                </a:lnTo>
                <a:quadBezTo>
                  <a:pt x="638068" y="205923"/>
                  <a:pt x="620329" y="187361"/>
                </a:quadBezTo>
                <a:quadBezTo>
                  <a:pt x="602590" y="168890"/>
                  <a:pt x="602590" y="135697"/>
                </a:quadBezTo>
                <a:lnTo>
                  <a:pt x="602590" y="135697"/>
                </a:lnTo>
                <a:quadBezTo>
                  <a:pt x="602590" y="103144"/>
                  <a:pt x="621609" y="82753"/>
                </a:quadBezTo>
                <a:quadBezTo>
                  <a:pt x="640720" y="62362"/>
                  <a:pt x="669341" y="62362"/>
                </a:quadBezTo>
                <a:lnTo>
                  <a:pt x="669341" y="62362"/>
                </a:lnTo>
                <a:quadBezTo>
                  <a:pt x="697962" y="62362"/>
                  <a:pt x="714055" y="79919"/>
                </a:quadBezTo>
                <a:quadBezTo>
                  <a:pt x="730057" y="97566"/>
                  <a:pt x="730057" y="128290"/>
                </a:quadBezTo>
                <a:lnTo>
                  <a:pt x="730057" y="128290"/>
                </a:lnTo>
                <a:moveTo>
                  <a:pt x="638617" y="120426"/>
                </a:moveTo>
                <a:lnTo>
                  <a:pt x="695767" y="120426"/>
                </a:lnTo>
                <a:quadBezTo>
                  <a:pt x="695767" y="87874"/>
                  <a:pt x="668975" y="87874"/>
                </a:quadBezTo>
                <a:lnTo>
                  <a:pt x="668975" y="87874"/>
                </a:lnTo>
                <a:quadBezTo>
                  <a:pt x="657728" y="87874"/>
                  <a:pt x="649224" y="96744"/>
                </a:quadBezTo>
                <a:quadBezTo>
                  <a:pt x="640720" y="105613"/>
                  <a:pt x="638617" y="120426"/>
                </a:quadBezTo>
                <a:lnTo>
                  <a:pt x="638617" y="120426"/>
                </a:lnTo>
                <a:moveTo>
                  <a:pt x="885688" y="0"/>
                </a:moveTo>
                <a:lnTo>
                  <a:pt x="885688" y="202540"/>
                </a:lnTo>
                <a:lnTo>
                  <a:pt x="849478" y="202540"/>
                </a:lnTo>
                <a:lnTo>
                  <a:pt x="849478" y="182331"/>
                </a:lnTo>
                <a:lnTo>
                  <a:pt x="848838" y="182331"/>
                </a:lnTo>
                <a:quadBezTo>
                  <a:pt x="834207" y="205923"/>
                  <a:pt x="805221" y="205923"/>
                </a:quadBezTo>
                <a:lnTo>
                  <a:pt x="805221" y="205923"/>
                </a:lnTo>
                <a:quadBezTo>
                  <a:pt x="779435" y="205923"/>
                  <a:pt x="763890" y="187361"/>
                </a:quadBezTo>
                <a:quadBezTo>
                  <a:pt x="748436" y="168890"/>
                  <a:pt x="748436" y="137160"/>
                </a:quadBezTo>
                <a:lnTo>
                  <a:pt x="748436" y="137160"/>
                </a:lnTo>
                <a:quadBezTo>
                  <a:pt x="748436" y="103419"/>
                  <a:pt x="765719" y="82845"/>
                </a:quadBezTo>
                <a:quadBezTo>
                  <a:pt x="783001" y="62362"/>
                  <a:pt x="810798" y="62362"/>
                </a:quadBezTo>
                <a:lnTo>
                  <a:pt x="810798" y="62362"/>
                </a:lnTo>
                <a:quadBezTo>
                  <a:pt x="837773" y="62362"/>
                  <a:pt x="848838" y="82296"/>
                </a:quadBezTo>
                <a:lnTo>
                  <a:pt x="848838" y="82296"/>
                </a:lnTo>
                <a:lnTo>
                  <a:pt x="849478" y="82296"/>
                </a:lnTo>
                <a:lnTo>
                  <a:pt x="849478" y="0"/>
                </a:lnTo>
                <a:lnTo>
                  <a:pt x="885688" y="0"/>
                </a:lnTo>
                <a:moveTo>
                  <a:pt x="849935" y="137251"/>
                </a:moveTo>
                <a:lnTo>
                  <a:pt x="849935" y="124267"/>
                </a:lnTo>
                <a:quadBezTo>
                  <a:pt x="849935" y="109819"/>
                  <a:pt x="841157" y="100218"/>
                </a:quadBezTo>
                <a:quadBezTo>
                  <a:pt x="832287" y="90617"/>
                  <a:pt x="818845" y="90617"/>
                </a:quadBezTo>
                <a:lnTo>
                  <a:pt x="818845" y="90617"/>
                </a:lnTo>
                <a:quadBezTo>
                  <a:pt x="803209" y="90617"/>
                  <a:pt x="794156" y="102870"/>
                </a:quadBezTo>
                <a:quadBezTo>
                  <a:pt x="785104" y="115123"/>
                  <a:pt x="785104" y="136063"/>
                </a:quadBezTo>
                <a:lnTo>
                  <a:pt x="785104" y="136063"/>
                </a:lnTo>
                <a:quadBezTo>
                  <a:pt x="785104" y="155722"/>
                  <a:pt x="793882" y="166604"/>
                </a:quadBezTo>
                <a:quadBezTo>
                  <a:pt x="802569" y="177485"/>
                  <a:pt x="817382" y="177485"/>
                </a:quadBezTo>
                <a:lnTo>
                  <a:pt x="817382" y="177485"/>
                </a:lnTo>
                <a:quadBezTo>
                  <a:pt x="831738" y="177485"/>
                  <a:pt x="840882" y="166146"/>
                </a:quadBezTo>
                <a:quadBezTo>
                  <a:pt x="849935" y="154808"/>
                  <a:pt x="849935" y="137251"/>
                </a:quadBezTo>
                <a:lnTo>
                  <a:pt x="849935" y="137251"/>
                </a:lnTo>
                <a:moveTo>
                  <a:pt x="1146566" y="65654"/>
                </a:moveTo>
                <a:lnTo>
                  <a:pt x="1146566" y="188275"/>
                </a:lnTo>
                <a:quadBezTo>
                  <a:pt x="1146566" y="226314"/>
                  <a:pt x="1125535" y="246614"/>
                </a:quadBezTo>
                <a:quadBezTo>
                  <a:pt x="1104595" y="266822"/>
                  <a:pt x="1064727" y="266822"/>
                </a:quadBezTo>
                <a:lnTo>
                  <a:pt x="1064727" y="266822"/>
                </a:lnTo>
                <a:quadBezTo>
                  <a:pt x="1037661" y="266822"/>
                  <a:pt x="1020745" y="258409"/>
                </a:quadBezTo>
                <a:lnTo>
                  <a:pt x="1020745" y="258409"/>
                </a:lnTo>
                <a:lnTo>
                  <a:pt x="1020745" y="226863"/>
                </a:lnTo>
                <a:quadBezTo>
                  <a:pt x="1042233" y="239207"/>
                  <a:pt x="1063813" y="239207"/>
                </a:quadBezTo>
                <a:lnTo>
                  <a:pt x="1063813" y="239207"/>
                </a:lnTo>
                <a:quadBezTo>
                  <a:pt x="1085941" y="239207"/>
                  <a:pt x="1098194" y="227411"/>
                </a:quadBezTo>
                <a:quadBezTo>
                  <a:pt x="1110356" y="215616"/>
                  <a:pt x="1110356" y="193944"/>
                </a:quadBezTo>
                <a:lnTo>
                  <a:pt x="1110356" y="193944"/>
                </a:lnTo>
                <a:lnTo>
                  <a:pt x="1110356" y="181783"/>
                </a:lnTo>
                <a:lnTo>
                  <a:pt x="1109807" y="181783"/>
                </a:lnTo>
                <a:quadBezTo>
                  <a:pt x="1094994" y="205923"/>
                  <a:pt x="1065916" y="205923"/>
                </a:quadBezTo>
                <a:lnTo>
                  <a:pt x="1065916" y="205923"/>
                </a:lnTo>
                <a:quadBezTo>
                  <a:pt x="1040404" y="205923"/>
                  <a:pt x="1024768" y="187543"/>
                </a:quadBezTo>
                <a:quadBezTo>
                  <a:pt x="1009132" y="169164"/>
                  <a:pt x="1009132" y="138074"/>
                </a:quadBezTo>
                <a:lnTo>
                  <a:pt x="1009132" y="138074"/>
                </a:lnTo>
                <a:quadBezTo>
                  <a:pt x="1009132" y="103510"/>
                  <a:pt x="1026231" y="82936"/>
                </a:quadBezTo>
                <a:quadBezTo>
                  <a:pt x="1043422" y="62362"/>
                  <a:pt x="1071402" y="62362"/>
                </a:quadBezTo>
                <a:lnTo>
                  <a:pt x="1071402" y="62362"/>
                </a:lnTo>
                <a:quadBezTo>
                  <a:pt x="1096823" y="62362"/>
                  <a:pt x="1109807" y="82387"/>
                </a:quadBezTo>
                <a:lnTo>
                  <a:pt x="1109807" y="82387"/>
                </a:lnTo>
                <a:lnTo>
                  <a:pt x="1110356" y="82387"/>
                </a:lnTo>
                <a:lnTo>
                  <a:pt x="1110356" y="65654"/>
                </a:lnTo>
                <a:lnTo>
                  <a:pt x="1146566" y="65654"/>
                </a:lnTo>
                <a:moveTo>
                  <a:pt x="1110722" y="137892"/>
                </a:moveTo>
                <a:lnTo>
                  <a:pt x="1110722" y="124358"/>
                </a:lnTo>
                <a:quadBezTo>
                  <a:pt x="1110722" y="110460"/>
                  <a:pt x="1102035" y="100493"/>
                </a:quadBezTo>
                <a:quadBezTo>
                  <a:pt x="1093257" y="90617"/>
                  <a:pt x="1079815" y="90617"/>
                </a:quadBezTo>
                <a:lnTo>
                  <a:pt x="1079815" y="90617"/>
                </a:lnTo>
                <a:quadBezTo>
                  <a:pt x="1064270" y="90617"/>
                  <a:pt x="1055035" y="102779"/>
                </a:quadBezTo>
                <a:quadBezTo>
                  <a:pt x="1045891" y="114849"/>
                  <a:pt x="1045891" y="136611"/>
                </a:quadBezTo>
                <a:lnTo>
                  <a:pt x="1045891" y="136611"/>
                </a:lnTo>
                <a:quadBezTo>
                  <a:pt x="1045891" y="155357"/>
                  <a:pt x="1054578" y="166421"/>
                </a:quadBezTo>
                <a:quadBezTo>
                  <a:pt x="1063356" y="177485"/>
                  <a:pt x="1077803" y="177485"/>
                </a:quadBezTo>
                <a:lnTo>
                  <a:pt x="1077803" y="177485"/>
                </a:lnTo>
                <a:quadBezTo>
                  <a:pt x="1092525" y="177485"/>
                  <a:pt x="1101578" y="166421"/>
                </a:quadBezTo>
                <a:quadBezTo>
                  <a:pt x="1110722" y="155357"/>
                  <a:pt x="1110722" y="137892"/>
                </a:quadBezTo>
                <a:lnTo>
                  <a:pt x="1110722" y="137892"/>
                </a:lnTo>
                <a:moveTo>
                  <a:pt x="1268456" y="65105"/>
                </a:moveTo>
                <a:lnTo>
                  <a:pt x="1268456" y="99121"/>
                </a:lnTo>
                <a:quadBezTo>
                  <a:pt x="1261323" y="94823"/>
                  <a:pt x="1250899" y="94823"/>
                </a:quadBezTo>
                <a:lnTo>
                  <a:pt x="1250899" y="94823"/>
                </a:lnTo>
                <a:quadBezTo>
                  <a:pt x="1237183" y="94823"/>
                  <a:pt x="1229045" y="105979"/>
                </a:quadBezTo>
                <a:quadBezTo>
                  <a:pt x="1220815" y="117043"/>
                  <a:pt x="1220815" y="135788"/>
                </a:quadBezTo>
                <a:lnTo>
                  <a:pt x="1220815" y="135788"/>
                </a:lnTo>
                <a:lnTo>
                  <a:pt x="1220815" y="202540"/>
                </a:lnTo>
                <a:lnTo>
                  <a:pt x="1184422" y="202540"/>
                </a:lnTo>
                <a:lnTo>
                  <a:pt x="1184422" y="65654"/>
                </a:lnTo>
                <a:lnTo>
                  <a:pt x="1220815" y="65654"/>
                </a:lnTo>
                <a:lnTo>
                  <a:pt x="1220815" y="91897"/>
                </a:lnTo>
                <a:lnTo>
                  <a:pt x="1221181" y="91897"/>
                </a:lnTo>
                <a:quadBezTo>
                  <a:pt x="1231240" y="63276"/>
                  <a:pt x="1257300" y="63276"/>
                </a:quadBezTo>
                <a:lnTo>
                  <a:pt x="1257300" y="63276"/>
                </a:lnTo>
                <a:quadBezTo>
                  <a:pt x="1264707" y="63276"/>
                  <a:pt x="1268456" y="65105"/>
                </a:quadBezTo>
                <a:lnTo>
                  <a:pt x="1268456" y="65105"/>
                </a:lnTo>
                <a:moveTo>
                  <a:pt x="1280434" y="134874"/>
                </a:moveTo>
                <a:lnTo>
                  <a:pt x="1280434" y="134874"/>
                </a:lnTo>
                <a:quadBezTo>
                  <a:pt x="1280434" y="101316"/>
                  <a:pt x="1300277" y="81839"/>
                </a:quadBezTo>
                <a:quadBezTo>
                  <a:pt x="1320028" y="62362"/>
                  <a:pt x="1353952" y="62362"/>
                </a:quadBezTo>
                <a:lnTo>
                  <a:pt x="1353952" y="62362"/>
                </a:lnTo>
                <a:quadBezTo>
                  <a:pt x="1386596" y="62362"/>
                  <a:pt x="1405524" y="81473"/>
                </a:quadBezTo>
                <a:quadBezTo>
                  <a:pt x="1424452" y="100493"/>
                  <a:pt x="1424452" y="132588"/>
                </a:quadBezTo>
                <a:lnTo>
                  <a:pt x="1424452" y="132588"/>
                </a:lnTo>
                <a:quadBezTo>
                  <a:pt x="1424452" y="165872"/>
                  <a:pt x="1404884" y="185898"/>
                </a:quadBezTo>
                <a:quadBezTo>
                  <a:pt x="1385316" y="205923"/>
                  <a:pt x="1351849" y="205923"/>
                </a:quadBezTo>
                <a:lnTo>
                  <a:pt x="1351849" y="205923"/>
                </a:lnTo>
                <a:quadBezTo>
                  <a:pt x="1319022" y="205923"/>
                  <a:pt x="1299728" y="186720"/>
                </a:quadBezTo>
                <a:quadBezTo>
                  <a:pt x="1280434" y="167427"/>
                  <a:pt x="1280434" y="134874"/>
                </a:quadBezTo>
                <a:moveTo>
                  <a:pt x="1317193" y="134417"/>
                </a:moveTo>
                <a:lnTo>
                  <a:pt x="1317193" y="134417"/>
                </a:lnTo>
                <a:quadBezTo>
                  <a:pt x="1317193" y="177485"/>
                  <a:pt x="1353038" y="177485"/>
                </a:quadBezTo>
                <a:lnTo>
                  <a:pt x="1353038" y="177485"/>
                </a:lnTo>
                <a:quadBezTo>
                  <a:pt x="1387511" y="177485"/>
                  <a:pt x="1387511" y="133320"/>
                </a:quadBezTo>
                <a:lnTo>
                  <a:pt x="1387511" y="133320"/>
                </a:lnTo>
                <a:quadBezTo>
                  <a:pt x="1387511" y="90617"/>
                  <a:pt x="1352855" y="90617"/>
                </a:quadBezTo>
                <a:lnTo>
                  <a:pt x="1352855" y="90617"/>
                </a:lnTo>
                <a:quadBezTo>
                  <a:pt x="1335938" y="90617"/>
                  <a:pt x="1326520" y="102321"/>
                </a:quadBezTo>
                <a:quadBezTo>
                  <a:pt x="1317193" y="113934"/>
                  <a:pt x="1317193" y="134417"/>
                </a:quadBezTo>
                <a:moveTo>
                  <a:pt x="1577889" y="65654"/>
                </a:moveTo>
                <a:lnTo>
                  <a:pt x="1577889" y="202540"/>
                </a:lnTo>
                <a:lnTo>
                  <a:pt x="1541678" y="202540"/>
                </a:lnTo>
                <a:lnTo>
                  <a:pt x="1541678" y="181417"/>
                </a:lnTo>
                <a:lnTo>
                  <a:pt x="1541038" y="181417"/>
                </a:lnTo>
                <a:quadBezTo>
                  <a:pt x="1525951" y="205923"/>
                  <a:pt x="1499067" y="205923"/>
                </a:quadBezTo>
                <a:lnTo>
                  <a:pt x="1499067" y="205923"/>
                </a:lnTo>
                <a:quadBezTo>
                  <a:pt x="1451061" y="205923"/>
                  <a:pt x="1451061" y="148041"/>
                </a:quadBezTo>
                <a:lnTo>
                  <a:pt x="1451061" y="148041"/>
                </a:lnTo>
                <a:lnTo>
                  <a:pt x="1451061" y="65654"/>
                </a:lnTo>
                <a:lnTo>
                  <a:pt x="1487363" y="65654"/>
                </a:lnTo>
                <a:lnTo>
                  <a:pt x="1487363" y="144292"/>
                </a:lnTo>
                <a:quadBezTo>
                  <a:pt x="1487363" y="177485"/>
                  <a:pt x="1513149" y="177485"/>
                </a:quadBezTo>
                <a:lnTo>
                  <a:pt x="1513149" y="177485"/>
                </a:lnTo>
                <a:quadBezTo>
                  <a:pt x="1525768" y="177485"/>
                  <a:pt x="1533723" y="168432"/>
                </a:quadBezTo>
                <a:quadBezTo>
                  <a:pt x="1541678" y="159380"/>
                  <a:pt x="1541678" y="144201"/>
                </a:quadBezTo>
                <a:lnTo>
                  <a:pt x="1541678" y="144201"/>
                </a:lnTo>
                <a:lnTo>
                  <a:pt x="1541678" y="65654"/>
                </a:lnTo>
                <a:lnTo>
                  <a:pt x="1577889" y="65654"/>
                </a:lnTo>
                <a:moveTo>
                  <a:pt x="1652321" y="185440"/>
                </a:moveTo>
                <a:lnTo>
                  <a:pt x="1651955" y="185440"/>
                </a:lnTo>
                <a:lnTo>
                  <a:pt x="1651955" y="265542"/>
                </a:lnTo>
                <a:lnTo>
                  <a:pt x="1615653" y="265542"/>
                </a:lnTo>
                <a:lnTo>
                  <a:pt x="1615653" y="65654"/>
                </a:lnTo>
                <a:lnTo>
                  <a:pt x="1651955" y="65654"/>
                </a:lnTo>
                <a:lnTo>
                  <a:pt x="1651955" y="87234"/>
                </a:lnTo>
                <a:lnTo>
                  <a:pt x="1652321" y="87234"/>
                </a:lnTo>
                <a:quadBezTo>
                  <a:pt x="1668231" y="62362"/>
                  <a:pt x="1697401" y="62362"/>
                </a:quadBezTo>
                <a:lnTo>
                  <a:pt x="1697401" y="62362"/>
                </a:lnTo>
                <a:quadBezTo>
                  <a:pt x="1723278" y="62362"/>
                  <a:pt x="1738274" y="80467"/>
                </a:quadBezTo>
                <a:quadBezTo>
                  <a:pt x="1753179" y="98572"/>
                  <a:pt x="1753179" y="130211"/>
                </a:quadBezTo>
                <a:lnTo>
                  <a:pt x="1753179" y="130211"/>
                </a:lnTo>
                <a:quadBezTo>
                  <a:pt x="1753179" y="164318"/>
                  <a:pt x="1736171" y="185075"/>
                </a:quadBezTo>
                <a:quadBezTo>
                  <a:pt x="1719163" y="205923"/>
                  <a:pt x="1691183" y="205923"/>
                </a:quadBezTo>
                <a:lnTo>
                  <a:pt x="1691183" y="205923"/>
                </a:lnTo>
                <a:quadBezTo>
                  <a:pt x="1665854" y="205923"/>
                  <a:pt x="1652321" y="185440"/>
                </a:quadBezTo>
                <a:lnTo>
                  <a:pt x="1652321" y="185440"/>
                </a:lnTo>
                <a:moveTo>
                  <a:pt x="1651406" y="129570"/>
                </a:moveTo>
                <a:lnTo>
                  <a:pt x="1651406" y="143012"/>
                </a:lnTo>
                <a:quadBezTo>
                  <a:pt x="1651406" y="157825"/>
                  <a:pt x="1660002" y="167701"/>
                </a:quadBezTo>
                <a:quadBezTo>
                  <a:pt x="1668597" y="177485"/>
                  <a:pt x="1682039" y="177485"/>
                </a:quadBezTo>
                <a:lnTo>
                  <a:pt x="1682039" y="177485"/>
                </a:lnTo>
                <a:quadBezTo>
                  <a:pt x="1697949" y="177485"/>
                  <a:pt x="1706910" y="165141"/>
                </a:quadBezTo>
                <a:quadBezTo>
                  <a:pt x="1715872" y="152796"/>
                  <a:pt x="1715872" y="130393"/>
                </a:quadBezTo>
                <a:lnTo>
                  <a:pt x="1715872" y="130393"/>
                </a:lnTo>
                <a:quadBezTo>
                  <a:pt x="1715872" y="90617"/>
                  <a:pt x="1684508" y="90617"/>
                </a:quadBezTo>
                <a:lnTo>
                  <a:pt x="1684508" y="90617"/>
                </a:lnTo>
                <a:quadBezTo>
                  <a:pt x="1669694" y="90617"/>
                  <a:pt x="1660550" y="101681"/>
                </a:quadBezTo>
                <a:quadBezTo>
                  <a:pt x="1651406" y="112746"/>
                  <a:pt x="1651406" y="129570"/>
                </a:quadBezTo>
                <a:lnTo>
                  <a:pt x="1651406" y="129570"/>
                </a:lnTo>
              </a:path>
            </a:pathLst>
          </a:custGeom>
          <a:solidFill>
            <a:srgbClr val="FFFFFF"/>
          </a:solidFill>
          <a:ln/>
          <a:effectLst>
            <a:blur rad="57150" grow="0"/>
          </a:effectLst>
        </p:spPr>
      </p:sp>
      <p:sp>
        <p:nvSpPr>
          <p:cNvPr id="12" name="hp4"/>
          <p:cNvSpPr/>
          <p:nvPr/>
        </p:nvSpPr>
        <p:spPr>
          <a:xfrm>
            <a:off x="5221133" y="3177814"/>
            <a:ext cx="2290023" cy="294162"/>
          </a:xfrm>
          <a:custGeom>
            <a:avLst/>
            <a:gdLst/>
            <a:ahLst/>
            <a:cxnLst/>
            <a:rect l="l" t="t" r="r" b="b"/>
            <a:pathLst>
              <a:path w="2290023" h="294162">
                <a:moveTo>
                  <a:pt x="0" y="278709"/>
                </a:moveTo>
                <a:lnTo>
                  <a:pt x="17648" y="224394"/>
                </a:lnTo>
                <a:quadBezTo>
                  <a:pt x="41422" y="251369"/>
                  <a:pt x="83485" y="251369"/>
                </a:quadBezTo>
                <a:lnTo>
                  <a:pt x="83485" y="251369"/>
                </a:lnTo>
                <a:quadBezTo>
                  <a:pt x="108814" y="251369"/>
                  <a:pt x="124084" y="242499"/>
                </a:quadBezTo>
                <a:quadBezTo>
                  <a:pt x="139446" y="233629"/>
                  <a:pt x="144109" y="219365"/>
                </a:quadBezTo>
                <a:lnTo>
                  <a:pt x="144109" y="219365"/>
                </a:lnTo>
                <a:quadBezTo>
                  <a:pt x="148133" y="206837"/>
                  <a:pt x="141092" y="196413"/>
                </a:quadBezTo>
                <a:quadBezTo>
                  <a:pt x="134051" y="186080"/>
                  <a:pt x="99670" y="168890"/>
                </a:quadBezTo>
                <a:lnTo>
                  <a:pt x="99670" y="168890"/>
                </a:lnTo>
                <a:quadBezTo>
                  <a:pt x="70592" y="153711"/>
                  <a:pt x="61448" y="134600"/>
                </a:quadBezTo>
                <a:quadBezTo>
                  <a:pt x="52304" y="115489"/>
                  <a:pt x="60625" y="89886"/>
                </a:quadBezTo>
                <a:lnTo>
                  <a:pt x="60625" y="89886"/>
                </a:lnTo>
                <a:quadBezTo>
                  <a:pt x="72603" y="52852"/>
                  <a:pt x="108082" y="31913"/>
                </a:quadBezTo>
                <a:quadBezTo>
                  <a:pt x="143561" y="10973"/>
                  <a:pt x="190012" y="10973"/>
                </a:quadBezTo>
                <a:lnTo>
                  <a:pt x="190012" y="10973"/>
                </a:lnTo>
                <a:quadBezTo>
                  <a:pt x="231709" y="10973"/>
                  <a:pt x="252374" y="21397"/>
                </a:quadBezTo>
                <a:lnTo>
                  <a:pt x="252374" y="21397"/>
                </a:lnTo>
                <a:lnTo>
                  <a:pt x="235824" y="72146"/>
                </a:lnTo>
                <a:quadBezTo>
                  <a:pt x="215158" y="53950"/>
                  <a:pt x="177576" y="53950"/>
                </a:quadBezTo>
                <a:lnTo>
                  <a:pt x="177576" y="53950"/>
                </a:lnTo>
                <a:quadBezTo>
                  <a:pt x="155448" y="53950"/>
                  <a:pt x="139080" y="62362"/>
                </a:quadBezTo>
                <a:quadBezTo>
                  <a:pt x="122621" y="70683"/>
                  <a:pt x="117866" y="85405"/>
                </a:quadBezTo>
                <a:lnTo>
                  <a:pt x="117866" y="85405"/>
                </a:lnTo>
                <a:quadBezTo>
                  <a:pt x="114026" y="97109"/>
                  <a:pt x="120426" y="106802"/>
                </a:quadBezTo>
                <a:quadBezTo>
                  <a:pt x="126736" y="116495"/>
                  <a:pt x="156728" y="131856"/>
                </a:quadBezTo>
                <a:lnTo>
                  <a:pt x="156728" y="131856"/>
                </a:lnTo>
                <a:quadBezTo>
                  <a:pt x="191201" y="149413"/>
                  <a:pt x="200619" y="168615"/>
                </a:quadBezTo>
                <a:quadBezTo>
                  <a:pt x="209946" y="187909"/>
                  <a:pt x="201259" y="214701"/>
                </a:quadBezTo>
                <a:lnTo>
                  <a:pt x="201259" y="214701"/>
                </a:lnTo>
                <a:quadBezTo>
                  <a:pt x="188641" y="253380"/>
                  <a:pt x="154442" y="273771"/>
                </a:quadBezTo>
                <a:quadBezTo>
                  <a:pt x="120152" y="294162"/>
                  <a:pt x="70317" y="294162"/>
                </a:quadBezTo>
                <a:lnTo>
                  <a:pt x="70317" y="294162"/>
                </a:lnTo>
                <a:quadBezTo>
                  <a:pt x="24049" y="294162"/>
                  <a:pt x="0" y="278709"/>
                </a:quadBezTo>
                <a:lnTo>
                  <a:pt x="0" y="278709"/>
                </a:lnTo>
                <a:moveTo>
                  <a:pt x="357073" y="186446"/>
                </a:moveTo>
                <a:lnTo>
                  <a:pt x="405354" y="289316"/>
                </a:lnTo>
                <a:lnTo>
                  <a:pt x="341163" y="289316"/>
                </a:lnTo>
                <a:lnTo>
                  <a:pt x="303032" y="193121"/>
                </a:lnTo>
                <a:lnTo>
                  <a:pt x="302484" y="193121"/>
                </a:lnTo>
                <a:lnTo>
                  <a:pt x="271211" y="289316"/>
                </a:lnTo>
                <a:lnTo>
                  <a:pt x="219273" y="289316"/>
                </a:lnTo>
                <a:lnTo>
                  <a:pt x="313273" y="0"/>
                </a:lnTo>
                <a:lnTo>
                  <a:pt x="365211" y="0"/>
                </a:lnTo>
                <a:lnTo>
                  <a:pt x="305410" y="183977"/>
                </a:lnTo>
                <a:lnTo>
                  <a:pt x="305958" y="183977"/>
                </a:lnTo>
                <a:lnTo>
                  <a:pt x="400599" y="93726"/>
                </a:lnTo>
                <a:lnTo>
                  <a:pt x="463326" y="93726"/>
                </a:lnTo>
                <a:lnTo>
                  <a:pt x="357073" y="186446"/>
                </a:lnTo>
                <a:moveTo>
                  <a:pt x="632673" y="183246"/>
                </a:moveTo>
                <a:lnTo>
                  <a:pt x="625175" y="206106"/>
                </a:lnTo>
                <a:lnTo>
                  <a:pt x="494599" y="206106"/>
                </a:lnTo>
                <a:quadBezTo>
                  <a:pt x="481614" y="255941"/>
                  <a:pt x="535015" y="255941"/>
                </a:quadBezTo>
                <a:lnTo>
                  <a:pt x="535015" y="255941"/>
                </a:lnTo>
                <a:quadBezTo>
                  <a:pt x="567568" y="255941"/>
                  <a:pt x="598566" y="238841"/>
                </a:quadBezTo>
                <a:lnTo>
                  <a:pt x="598566" y="238841"/>
                </a:lnTo>
                <a:lnTo>
                  <a:pt x="585765" y="278343"/>
                </a:lnTo>
                <a:quadBezTo>
                  <a:pt x="553486" y="294162"/>
                  <a:pt x="510875" y="294162"/>
                </a:quadBezTo>
                <a:lnTo>
                  <a:pt x="510875" y="294162"/>
                </a:lnTo>
                <a:quadBezTo>
                  <a:pt x="465247" y="294162"/>
                  <a:pt x="448513" y="267736"/>
                </a:quadBezTo>
                <a:quadBezTo>
                  <a:pt x="431688" y="241310"/>
                  <a:pt x="447050" y="193853"/>
                </a:quadBezTo>
                <a:lnTo>
                  <a:pt x="447050" y="193853"/>
                </a:lnTo>
                <a:quadBezTo>
                  <a:pt x="462229" y="147310"/>
                  <a:pt x="498897" y="118232"/>
                </a:quadBezTo>
                <a:quadBezTo>
                  <a:pt x="535656" y="89154"/>
                  <a:pt x="576529" y="89154"/>
                </a:quadBezTo>
                <a:lnTo>
                  <a:pt x="576529" y="89154"/>
                </a:lnTo>
                <a:quadBezTo>
                  <a:pt x="617494" y="89154"/>
                  <a:pt x="632216" y="114209"/>
                </a:quadBezTo>
                <a:quadBezTo>
                  <a:pt x="646938" y="139355"/>
                  <a:pt x="632673" y="183246"/>
                </a:quadBezTo>
                <a:lnTo>
                  <a:pt x="632673" y="183246"/>
                </a:lnTo>
                <a:moveTo>
                  <a:pt x="505663" y="172090"/>
                </a:moveTo>
                <a:lnTo>
                  <a:pt x="587319" y="172090"/>
                </a:lnTo>
                <a:quadBezTo>
                  <a:pt x="602498" y="125547"/>
                  <a:pt x="564093" y="125547"/>
                </a:quadBezTo>
                <a:lnTo>
                  <a:pt x="564093" y="125547"/>
                </a:lnTo>
                <a:quadBezTo>
                  <a:pt x="548091" y="125547"/>
                  <a:pt x="531815" y="138257"/>
                </a:quadBezTo>
                <a:quadBezTo>
                  <a:pt x="515539" y="150876"/>
                  <a:pt x="505663" y="172090"/>
                </a:quadBezTo>
                <a:lnTo>
                  <a:pt x="505663" y="172090"/>
                </a:lnTo>
                <a:moveTo>
                  <a:pt x="921532" y="93726"/>
                </a:moveTo>
                <a:lnTo>
                  <a:pt x="970087" y="93726"/>
                </a:lnTo>
                <a:lnTo>
                  <a:pt x="849660" y="289316"/>
                </a:lnTo>
                <a:lnTo>
                  <a:pt x="795345" y="289316"/>
                </a:lnTo>
                <a:lnTo>
                  <a:pt x="802752" y="167244"/>
                </a:lnTo>
                <a:quadBezTo>
                  <a:pt x="803300" y="158283"/>
                  <a:pt x="807049" y="144384"/>
                </a:quadBezTo>
                <a:lnTo>
                  <a:pt x="807049" y="144384"/>
                </a:lnTo>
                <a:lnTo>
                  <a:pt x="805952" y="144384"/>
                </a:lnTo>
                <a:quadBezTo>
                  <a:pt x="800283" y="158283"/>
                  <a:pt x="794888" y="166878"/>
                </a:quadBezTo>
                <a:lnTo>
                  <a:pt x="794888" y="166878"/>
                </a:lnTo>
                <a:lnTo>
                  <a:pt x="720547" y="289316"/>
                </a:lnTo>
                <a:lnTo>
                  <a:pt x="666963" y="289316"/>
                </a:lnTo>
                <a:lnTo>
                  <a:pt x="674096" y="93726"/>
                </a:lnTo>
                <a:lnTo>
                  <a:pt x="727314" y="93726"/>
                </a:lnTo>
                <a:lnTo>
                  <a:pt x="714695" y="227137"/>
                </a:lnTo>
                <a:quadBezTo>
                  <a:pt x="713598" y="237927"/>
                  <a:pt x="711037" y="247620"/>
                </a:quadBezTo>
                <a:lnTo>
                  <a:pt x="711037" y="247620"/>
                </a:lnTo>
                <a:lnTo>
                  <a:pt x="712135" y="247620"/>
                </a:lnTo>
                <a:quadBezTo>
                  <a:pt x="715792" y="238110"/>
                  <a:pt x="722376" y="226405"/>
                </a:quadBezTo>
                <a:lnTo>
                  <a:pt x="722376" y="226405"/>
                </a:lnTo>
                <a:lnTo>
                  <a:pt x="802660" y="93726"/>
                </a:lnTo>
                <a:lnTo>
                  <a:pt x="851764" y="93726"/>
                </a:lnTo>
                <a:lnTo>
                  <a:pt x="841339" y="227320"/>
                </a:lnTo>
                <a:quadBezTo>
                  <a:pt x="840882" y="232715"/>
                  <a:pt x="837408" y="247985"/>
                </a:quadBezTo>
                <a:lnTo>
                  <a:pt x="837408" y="247985"/>
                </a:lnTo>
                <a:lnTo>
                  <a:pt x="838688" y="247985"/>
                </a:lnTo>
                <a:quadBezTo>
                  <a:pt x="841888" y="240030"/>
                  <a:pt x="848563" y="227320"/>
                </a:quadBezTo>
                <a:lnTo>
                  <a:pt x="848563" y="227320"/>
                </a:lnTo>
                <a:lnTo>
                  <a:pt x="921532" y="93726"/>
                </a:lnTo>
                <a:moveTo>
                  <a:pt x="1141171" y="183246"/>
                </a:moveTo>
                <a:lnTo>
                  <a:pt x="1133765" y="206106"/>
                </a:lnTo>
                <a:lnTo>
                  <a:pt x="1003188" y="206106"/>
                </a:lnTo>
                <a:quadBezTo>
                  <a:pt x="990112" y="255941"/>
                  <a:pt x="1043513" y="255941"/>
                </a:quadBezTo>
                <a:lnTo>
                  <a:pt x="1043513" y="255941"/>
                </a:lnTo>
                <a:quadBezTo>
                  <a:pt x="1076066" y="255941"/>
                  <a:pt x="1107156" y="238841"/>
                </a:quadBezTo>
                <a:lnTo>
                  <a:pt x="1107156" y="238841"/>
                </a:lnTo>
                <a:lnTo>
                  <a:pt x="1094262" y="278343"/>
                </a:lnTo>
                <a:quadBezTo>
                  <a:pt x="1061984" y="294162"/>
                  <a:pt x="1019373" y="294162"/>
                </a:quadBezTo>
                <a:lnTo>
                  <a:pt x="1019373" y="294162"/>
                </a:lnTo>
                <a:quadBezTo>
                  <a:pt x="973836" y="294162"/>
                  <a:pt x="957011" y="267736"/>
                </a:quadBezTo>
                <a:quadBezTo>
                  <a:pt x="940186" y="241310"/>
                  <a:pt x="955639" y="193853"/>
                </a:quadBezTo>
                <a:lnTo>
                  <a:pt x="955639" y="193853"/>
                </a:lnTo>
                <a:quadBezTo>
                  <a:pt x="970727" y="147310"/>
                  <a:pt x="1007486" y="118232"/>
                </a:quadBezTo>
                <a:quadBezTo>
                  <a:pt x="1044153" y="89154"/>
                  <a:pt x="1085118" y="89154"/>
                </a:quadBezTo>
                <a:lnTo>
                  <a:pt x="1085118" y="89154"/>
                </a:lnTo>
                <a:quadBezTo>
                  <a:pt x="1125992" y="89154"/>
                  <a:pt x="1140714" y="114209"/>
                </a:quadBezTo>
                <a:quadBezTo>
                  <a:pt x="1155436" y="139355"/>
                  <a:pt x="1141171" y="183246"/>
                </a:quadBezTo>
                <a:lnTo>
                  <a:pt x="1141171" y="183246"/>
                </a:lnTo>
                <a:moveTo>
                  <a:pt x="1014252" y="172090"/>
                </a:moveTo>
                <a:lnTo>
                  <a:pt x="1095908" y="172090"/>
                </a:lnTo>
                <a:quadBezTo>
                  <a:pt x="1110996" y="125547"/>
                  <a:pt x="1072683" y="125547"/>
                </a:quadBezTo>
                <a:lnTo>
                  <a:pt x="1072683" y="125547"/>
                </a:lnTo>
                <a:quadBezTo>
                  <a:pt x="1056681" y="125547"/>
                  <a:pt x="1040404" y="138257"/>
                </a:quadBezTo>
                <a:quadBezTo>
                  <a:pt x="1024128" y="150876"/>
                  <a:pt x="1014252" y="172090"/>
                </a:quadBezTo>
                <a:lnTo>
                  <a:pt x="1014252" y="172090"/>
                </a:lnTo>
                <a:moveTo>
                  <a:pt x="1423172" y="0"/>
                </a:moveTo>
                <a:lnTo>
                  <a:pt x="1329172" y="289316"/>
                </a:lnTo>
                <a:lnTo>
                  <a:pt x="1277508" y="289316"/>
                </a:lnTo>
                <a:lnTo>
                  <a:pt x="1286835" y="260421"/>
                </a:lnTo>
                <a:lnTo>
                  <a:pt x="1285921" y="260421"/>
                </a:lnTo>
                <a:quadBezTo>
                  <a:pt x="1254100" y="294162"/>
                  <a:pt x="1212677" y="294162"/>
                </a:quadBezTo>
                <a:lnTo>
                  <a:pt x="1212677" y="294162"/>
                </a:lnTo>
                <a:quadBezTo>
                  <a:pt x="1175827" y="294162"/>
                  <a:pt x="1162294" y="267736"/>
                </a:quadBezTo>
                <a:quadBezTo>
                  <a:pt x="1148669" y="241310"/>
                  <a:pt x="1163483" y="195864"/>
                </a:quadBezTo>
                <a:lnTo>
                  <a:pt x="1163483" y="195864"/>
                </a:lnTo>
                <a:quadBezTo>
                  <a:pt x="1179119" y="147676"/>
                  <a:pt x="1213409" y="118415"/>
                </a:quadBezTo>
                <a:quadBezTo>
                  <a:pt x="1247607" y="89154"/>
                  <a:pt x="1287292" y="89154"/>
                </a:quadBezTo>
                <a:lnTo>
                  <a:pt x="1287292" y="89154"/>
                </a:lnTo>
                <a:quadBezTo>
                  <a:pt x="1325789" y="89154"/>
                  <a:pt x="1332372" y="117592"/>
                </a:quadBezTo>
                <a:lnTo>
                  <a:pt x="1332372" y="117592"/>
                </a:lnTo>
                <a:lnTo>
                  <a:pt x="1333287" y="117592"/>
                </a:lnTo>
                <a:lnTo>
                  <a:pt x="1371509" y="0"/>
                </a:lnTo>
                <a:lnTo>
                  <a:pt x="1423172" y="0"/>
                </a:lnTo>
                <a:moveTo>
                  <a:pt x="1308506" y="196047"/>
                </a:moveTo>
                <a:lnTo>
                  <a:pt x="1314541" y="177485"/>
                </a:lnTo>
                <a:quadBezTo>
                  <a:pt x="1321308" y="156820"/>
                  <a:pt x="1313078" y="143195"/>
                </a:quadBezTo>
                <a:quadBezTo>
                  <a:pt x="1304849" y="129479"/>
                  <a:pt x="1285646" y="129479"/>
                </a:quadBezTo>
                <a:lnTo>
                  <a:pt x="1285646" y="129479"/>
                </a:lnTo>
                <a:quadBezTo>
                  <a:pt x="1263335" y="129479"/>
                  <a:pt x="1244773" y="146944"/>
                </a:quadBezTo>
                <a:quadBezTo>
                  <a:pt x="1226119" y="164501"/>
                  <a:pt x="1216426" y="194401"/>
                </a:quadBezTo>
                <a:lnTo>
                  <a:pt x="1216426" y="194401"/>
                </a:lnTo>
                <a:quadBezTo>
                  <a:pt x="1207282" y="222474"/>
                  <a:pt x="1214689" y="238018"/>
                </a:quadBezTo>
                <a:quadBezTo>
                  <a:pt x="1222096" y="253563"/>
                  <a:pt x="1243310" y="253563"/>
                </a:quadBezTo>
                <a:lnTo>
                  <a:pt x="1243310" y="253563"/>
                </a:lnTo>
                <a:quadBezTo>
                  <a:pt x="1263792" y="253563"/>
                  <a:pt x="1282080" y="237378"/>
                </a:quadBezTo>
                <a:quadBezTo>
                  <a:pt x="1300368" y="221193"/>
                  <a:pt x="1308506" y="196047"/>
                </a:quadBezTo>
                <a:lnTo>
                  <a:pt x="1308506" y="196047"/>
                </a:lnTo>
                <a:moveTo>
                  <a:pt x="1795333" y="15453"/>
                </a:moveTo>
                <a:lnTo>
                  <a:pt x="1780977" y="59527"/>
                </a:lnTo>
                <a:lnTo>
                  <a:pt x="1702704" y="59527"/>
                </a:lnTo>
                <a:lnTo>
                  <a:pt x="1628089" y="289316"/>
                </a:lnTo>
                <a:lnTo>
                  <a:pt x="1574871" y="289316"/>
                </a:lnTo>
                <a:lnTo>
                  <a:pt x="1649486" y="59527"/>
                </a:lnTo>
                <a:lnTo>
                  <a:pt x="1571396" y="59527"/>
                </a:lnTo>
                <a:lnTo>
                  <a:pt x="1585661" y="15453"/>
                </a:lnTo>
                <a:lnTo>
                  <a:pt x="1795333" y="15453"/>
                </a:lnTo>
                <a:moveTo>
                  <a:pt x="1925361" y="183246"/>
                </a:moveTo>
                <a:lnTo>
                  <a:pt x="1917954" y="206106"/>
                </a:lnTo>
                <a:lnTo>
                  <a:pt x="1787378" y="206106"/>
                </a:lnTo>
                <a:quadBezTo>
                  <a:pt x="1774302" y="255941"/>
                  <a:pt x="1827703" y="255941"/>
                </a:quadBezTo>
                <a:lnTo>
                  <a:pt x="1827703" y="255941"/>
                </a:lnTo>
                <a:quadBezTo>
                  <a:pt x="1860255" y="255941"/>
                  <a:pt x="1891254" y="238841"/>
                </a:quadBezTo>
                <a:lnTo>
                  <a:pt x="1891254" y="238841"/>
                </a:lnTo>
                <a:lnTo>
                  <a:pt x="1878452" y="278343"/>
                </a:lnTo>
                <a:quadBezTo>
                  <a:pt x="1846174" y="294162"/>
                  <a:pt x="1803563" y="294162"/>
                </a:quadBezTo>
                <a:lnTo>
                  <a:pt x="1803563" y="294162"/>
                </a:lnTo>
                <a:quadBezTo>
                  <a:pt x="1758025" y="294162"/>
                  <a:pt x="1741200" y="267736"/>
                </a:quadBezTo>
                <a:quadBezTo>
                  <a:pt x="1724376" y="241310"/>
                  <a:pt x="1739829" y="193853"/>
                </a:quadBezTo>
                <a:lnTo>
                  <a:pt x="1739829" y="193853"/>
                </a:lnTo>
                <a:quadBezTo>
                  <a:pt x="1754916" y="147310"/>
                  <a:pt x="1791584" y="118232"/>
                </a:quadBezTo>
                <a:quadBezTo>
                  <a:pt x="1828343" y="89154"/>
                  <a:pt x="1869216" y="89154"/>
                </a:quadBezTo>
                <a:lnTo>
                  <a:pt x="1869216" y="89154"/>
                </a:lnTo>
                <a:quadBezTo>
                  <a:pt x="1910182" y="89154"/>
                  <a:pt x="1924903" y="114209"/>
                </a:quadBezTo>
                <a:quadBezTo>
                  <a:pt x="1939625" y="139355"/>
                  <a:pt x="1925361" y="183246"/>
                </a:quadBezTo>
                <a:lnTo>
                  <a:pt x="1925361" y="183246"/>
                </a:lnTo>
                <a:moveTo>
                  <a:pt x="1798442" y="172090"/>
                </a:moveTo>
                <a:lnTo>
                  <a:pt x="1880098" y="172090"/>
                </a:lnTo>
                <a:quadBezTo>
                  <a:pt x="1895185" y="125547"/>
                  <a:pt x="1856872" y="125547"/>
                </a:quadBezTo>
                <a:lnTo>
                  <a:pt x="1856872" y="125547"/>
                </a:lnTo>
                <a:quadBezTo>
                  <a:pt x="1840870" y="125547"/>
                  <a:pt x="1824594" y="138257"/>
                </a:quadBezTo>
                <a:quadBezTo>
                  <a:pt x="1808226" y="150876"/>
                  <a:pt x="1798442" y="172090"/>
                </a:quadBezTo>
                <a:lnTo>
                  <a:pt x="1798442" y="172090"/>
                </a:lnTo>
                <a:moveTo>
                  <a:pt x="2093519" y="93726"/>
                </a:moveTo>
                <a:lnTo>
                  <a:pt x="2150303" y="93726"/>
                </a:lnTo>
                <a:lnTo>
                  <a:pt x="2054200" y="189738"/>
                </a:lnTo>
                <a:lnTo>
                  <a:pt x="2086204" y="289316"/>
                </a:lnTo>
                <a:lnTo>
                  <a:pt x="2026128" y="289316"/>
                </a:lnTo>
                <a:lnTo>
                  <a:pt x="2013234" y="233446"/>
                </a:lnTo>
                <a:quadBezTo>
                  <a:pt x="2010857" y="223571"/>
                  <a:pt x="2010308" y="216530"/>
                </a:quadBezTo>
                <a:lnTo>
                  <a:pt x="2010308" y="216530"/>
                </a:lnTo>
                <a:lnTo>
                  <a:pt x="2009577" y="216530"/>
                </a:lnTo>
                <a:quadBezTo>
                  <a:pt x="2006651" y="220828"/>
                  <a:pt x="1996227" y="233081"/>
                </a:quadBezTo>
                <a:lnTo>
                  <a:pt x="1996227" y="233081"/>
                </a:lnTo>
                <a:lnTo>
                  <a:pt x="1946118" y="289316"/>
                </a:lnTo>
                <a:lnTo>
                  <a:pt x="1886590" y="289316"/>
                </a:lnTo>
                <a:lnTo>
                  <a:pt x="1984339" y="192390"/>
                </a:lnTo>
                <a:lnTo>
                  <a:pt x="1953616" y="93726"/>
                </a:lnTo>
                <a:lnTo>
                  <a:pt x="2013966" y="93726"/>
                </a:lnTo>
                <a:lnTo>
                  <a:pt x="2025670" y="152156"/>
                </a:lnTo>
                <a:quadBezTo>
                  <a:pt x="2027865" y="163129"/>
                  <a:pt x="2027956" y="169621"/>
                </a:quadBezTo>
                <a:lnTo>
                  <a:pt x="2027956" y="169621"/>
                </a:lnTo>
                <a:lnTo>
                  <a:pt x="2028688" y="169621"/>
                </a:lnTo>
                <a:quadBezTo>
                  <a:pt x="2035820" y="159837"/>
                  <a:pt x="2042495" y="152339"/>
                </a:quadBezTo>
                <a:lnTo>
                  <a:pt x="2042495" y="152339"/>
                </a:lnTo>
                <a:lnTo>
                  <a:pt x="2093519" y="93726"/>
                </a:lnTo>
                <a:moveTo>
                  <a:pt x="2240097" y="247620"/>
                </a:moveTo>
                <a:lnTo>
                  <a:pt x="2227204" y="287213"/>
                </a:lnTo>
                <a:quadBezTo>
                  <a:pt x="2211842" y="293980"/>
                  <a:pt x="2188159" y="293980"/>
                </a:quadBezTo>
                <a:lnTo>
                  <a:pt x="2188159" y="293980"/>
                </a:lnTo>
                <a:quadBezTo>
                  <a:pt x="2128083" y="293980"/>
                  <a:pt x="2148749" y="230337"/>
                </a:quadBezTo>
                <a:lnTo>
                  <a:pt x="2148749" y="230337"/>
                </a:lnTo>
                <a:lnTo>
                  <a:pt x="2180295" y="133228"/>
                </a:lnTo>
                <a:lnTo>
                  <a:pt x="2147926" y="133228"/>
                </a:lnTo>
                <a:lnTo>
                  <a:pt x="2160727" y="93726"/>
                </a:lnTo>
                <a:lnTo>
                  <a:pt x="2193097" y="93726"/>
                </a:lnTo>
                <a:lnTo>
                  <a:pt x="2207362" y="50018"/>
                </a:lnTo>
                <a:lnTo>
                  <a:pt x="2263963" y="34930"/>
                </a:lnTo>
                <a:lnTo>
                  <a:pt x="2244852" y="93726"/>
                </a:lnTo>
                <a:lnTo>
                  <a:pt x="2290023" y="93726"/>
                </a:lnTo>
                <a:lnTo>
                  <a:pt x="2277222" y="133228"/>
                </a:lnTo>
                <a:lnTo>
                  <a:pt x="2232050" y="133228"/>
                </a:lnTo>
                <a:lnTo>
                  <a:pt x="2203430" y="221193"/>
                </a:lnTo>
                <a:quadBezTo>
                  <a:pt x="2192914" y="253563"/>
                  <a:pt x="2218426" y="253563"/>
                </a:quadBezTo>
                <a:lnTo>
                  <a:pt x="2218426" y="253563"/>
                </a:lnTo>
                <a:quadBezTo>
                  <a:pt x="2229033" y="253563"/>
                  <a:pt x="2240097" y="247620"/>
                </a:quadBezTo>
                <a:lnTo>
                  <a:pt x="2240097" y="247620"/>
                </a:lnTo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30" y="488015"/>
            <a:ext cx="612620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 SVG filter(blur·drop-shadow) 벡터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30" y="1333470"/>
            <a:ext cx="4953030" cy="209553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30" y="3619470"/>
            <a:ext cx="10477470" cy="19049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30" y="488015"/>
            <a:ext cx="6356269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 CSS url(#filter) · SVG foreignObject</a:t>
            </a:r>
            <a:endParaRPr lang="en-US" sz="2700" dirty="0"/>
          </a:p>
        </p:txBody>
      </p:sp>
      <p:sp>
        <p:nvSpPr>
          <p:cNvPr id="3" name="hp27"/>
          <p:cNvSpPr/>
          <p:nvPr/>
        </p:nvSpPr>
        <p:spPr>
          <a:xfrm>
            <a:off x="609630" y="1333470"/>
            <a:ext cx="2286000" cy="1333470"/>
          </a:xfrm>
          <a:prstGeom prst="roundRect">
            <a:avLst>
              <a:gd name="adj" fmla="val 11431"/>
            </a:avLst>
          </a:prstGeom>
          <a:solidFill>
            <a:srgbClr val="EF4444"/>
          </a:solidFill>
          <a:ln/>
          <a:effectLst>
            <a:blur rad="114300" grow="0"/>
          </a:effectLst>
        </p:spPr>
      </p:sp>
      <p:sp>
        <p:nvSpPr>
          <p:cNvPr id="4" name="Shape 2"/>
          <p:cNvSpPr/>
          <p:nvPr/>
        </p:nvSpPr>
        <p:spPr>
          <a:xfrm>
            <a:off x="3429000" y="1333470"/>
            <a:ext cx="2286000" cy="1333470"/>
          </a:xfrm>
          <a:prstGeom prst="roundRect">
            <a:avLst>
              <a:gd name="adj" fmla="val 114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21920" dir="3080412">
              <a:srgbClr val="1E293B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86500" y="1333470"/>
            <a:ext cx="2286000" cy="1333470"/>
          </a:xfrm>
          <a:prstGeom prst="roundRect">
            <a:avLst>
              <a:gd name="adj" fmla="val 11431"/>
            </a:avLst>
          </a:prstGeom>
          <a:solidFill>
            <a:srgbClr val="A0B0A3"/>
          </a:solidFill>
          <a:ln/>
        </p:spPr>
      </p:sp>
      <p:sp>
        <p:nvSpPr>
          <p:cNvPr id="6" name="Text 4"/>
          <p:cNvSpPr/>
          <p:nvPr/>
        </p:nvSpPr>
        <p:spPr>
          <a:xfrm>
            <a:off x="6476970" y="1536924"/>
            <a:ext cx="1335847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saturate 0.15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30" y="3429000"/>
            <a:ext cx="6667530" cy="20955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47820" y="3827221"/>
            <a:ext cx="4800600" cy="70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foreignObject HTML</a:t>
            </a:r>
            <a:endParaRPr lang="en-US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네이티브 텍스트로 변환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30" y="488015"/>
            <a:ext cx="587584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12. 다단 url() 필터 · 확장 블렌드 모드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09630" y="1333470"/>
            <a:ext cx="2095530" cy="1333470"/>
          </a:xfrm>
          <a:prstGeom prst="roundRect">
            <a:avLst>
              <a:gd name="adj" fmla="val 11431"/>
            </a:avLst>
          </a:prstGeom>
          <a:solidFill>
            <a:srgbClr val="F97902"/>
          </a:solidFill>
          <a:ln/>
        </p:spPr>
      </p:sp>
      <p:sp>
        <p:nvSpPr>
          <p:cNvPr id="4" name="Shape 2"/>
          <p:cNvSpPr/>
          <p:nvPr/>
        </p:nvSpPr>
        <p:spPr>
          <a:xfrm>
            <a:off x="3047970" y="1333470"/>
            <a:ext cx="2095530" cy="1333470"/>
          </a:xfrm>
          <a:prstGeom prst="roundRect">
            <a:avLst>
              <a:gd name="adj" fmla="val 11431"/>
            </a:avLst>
          </a:prstGeom>
          <a:solidFill>
            <a:srgbClr val="91AE91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0" y="1333470"/>
            <a:ext cx="2095530" cy="1333470"/>
          </a:xfrm>
          <a:prstGeom prst="roundRect">
            <a:avLst>
              <a:gd name="adj" fmla="val 114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95250" dir="3187806">
              <a:srgbClr val="0F172A">
                <a:alpha val="4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4830" y="1333470"/>
            <a:ext cx="2095530" cy="133347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9630" y="3238530"/>
            <a:ext cx="1904970" cy="152403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Shape 5"/>
          <p:cNvSpPr/>
          <p:nvPr/>
        </p:nvSpPr>
        <p:spPr>
          <a:xfrm>
            <a:off x="1428750" y="3619470"/>
            <a:ext cx="1904970" cy="1524030"/>
          </a:xfrm>
          <a:prstGeom prst="rect">
            <a:avLst/>
          </a:prstGeom>
          <a:solidFill>
            <a:srgbClr val="E7F3FE"/>
          </a:solidFill>
          <a:ln/>
        </p:spPr>
      </p:sp>
      <p:sp>
        <p:nvSpPr>
          <p:cNvPr id="9" name="Shape 6"/>
          <p:cNvSpPr/>
          <p:nvPr/>
        </p:nvSpPr>
        <p:spPr>
          <a:xfrm>
            <a:off x="1428750" y="3619470"/>
            <a:ext cx="1085850" cy="1143000"/>
          </a:xfrm>
          <a:prstGeom prst="rect">
            <a:avLst/>
          </a:prstGeom>
          <a:solidFill>
            <a:srgbClr val="EE8814"/>
          </a:solidFill>
          <a:ln/>
        </p:spPr>
      </p:sp>
      <p:sp>
        <p:nvSpPr>
          <p:cNvPr id="10" name="Shape 7"/>
          <p:cNvSpPr/>
          <p:nvPr/>
        </p:nvSpPr>
        <p:spPr>
          <a:xfrm>
            <a:off x="3238530" y="3238530"/>
            <a:ext cx="1904970" cy="152403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Shape 8"/>
          <p:cNvSpPr/>
          <p:nvPr/>
        </p:nvSpPr>
        <p:spPr>
          <a:xfrm>
            <a:off x="4000500" y="3619470"/>
            <a:ext cx="1904970" cy="152403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4000500" y="3619470"/>
            <a:ext cx="1143000" cy="1143000"/>
          </a:xfrm>
          <a:prstGeom prst="rect">
            <a:avLst/>
          </a:prstGeom>
          <a:solidFill>
            <a:srgbClr val="FFFF8C"/>
          </a:solidFill>
          <a:ln/>
        </p:spPr>
      </p:sp>
      <p:sp>
        <p:nvSpPr>
          <p:cNvPr id="13" name="Shape 10"/>
          <p:cNvSpPr/>
          <p:nvPr/>
        </p:nvSpPr>
        <p:spPr>
          <a:xfrm>
            <a:off x="5905470" y="3238530"/>
            <a:ext cx="1904970" cy="152403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Shape 11"/>
          <p:cNvSpPr/>
          <p:nvPr/>
        </p:nvSpPr>
        <p:spPr>
          <a:xfrm>
            <a:off x="6667530" y="3619470"/>
            <a:ext cx="1904970" cy="1524030"/>
          </a:xfrm>
          <a:prstGeom prst="rect">
            <a:avLst/>
          </a:prstGeom>
          <a:solidFill>
            <a:srgbClr val="D09A19"/>
          </a:solidFill>
          <a:ln/>
        </p:spPr>
      </p:sp>
      <p:sp>
        <p:nvSpPr>
          <p:cNvPr id="15" name="Shape 12"/>
          <p:cNvSpPr/>
          <p:nvPr/>
        </p:nvSpPr>
        <p:spPr>
          <a:xfrm>
            <a:off x="6667530" y="3619470"/>
            <a:ext cx="1143000" cy="1143000"/>
          </a:xfrm>
          <a:prstGeom prst="rect">
            <a:avLst/>
          </a:prstGeom>
          <a:solidFill>
            <a:srgbClr val="D386E2"/>
          </a:solidFill>
          <a:ln/>
        </p:spPr>
      </p:sp>
      <p:sp>
        <p:nvSpPr>
          <p:cNvPr id="16" name="Shape 13"/>
          <p:cNvSpPr/>
          <p:nvPr/>
        </p:nvSpPr>
        <p:spPr>
          <a:xfrm>
            <a:off x="8572500" y="3238530"/>
            <a:ext cx="1904970" cy="152403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Shape 14"/>
          <p:cNvSpPr/>
          <p:nvPr/>
        </p:nvSpPr>
        <p:spPr>
          <a:xfrm>
            <a:off x="9334470" y="3619470"/>
            <a:ext cx="1904970" cy="1524030"/>
          </a:xfrm>
          <a:prstGeom prst="rect">
            <a:avLst/>
          </a:prstGeom>
          <a:solidFill>
            <a:srgbClr val="E8F3FC"/>
          </a:solidFill>
          <a:ln/>
        </p:spPr>
      </p:sp>
      <p:sp>
        <p:nvSpPr>
          <p:cNvPr id="18" name="Shape 15"/>
          <p:cNvSpPr/>
          <p:nvPr/>
        </p:nvSpPr>
        <p:spPr>
          <a:xfrm>
            <a:off x="9334470" y="3619470"/>
            <a:ext cx="1143000" cy="1143000"/>
          </a:xfrm>
          <a:prstGeom prst="rect">
            <a:avLst/>
          </a:prstGeom>
          <a:solidFill>
            <a:srgbClr val="EE9122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30" y="488015"/>
            <a:ext cx="973250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13. 비분리 블렌드 모드 (hue · saturation · color · luminosity)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09630" y="1524030"/>
            <a:ext cx="2476470" cy="190497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1904970" y="2095530"/>
            <a:ext cx="2476470" cy="190497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Shape 3"/>
          <p:cNvSpPr/>
          <p:nvPr/>
        </p:nvSpPr>
        <p:spPr>
          <a:xfrm>
            <a:off x="1904970" y="2095530"/>
            <a:ext cx="1181130" cy="1333470"/>
          </a:xfrm>
          <a:prstGeom prst="rect">
            <a:avLst/>
          </a:prstGeom>
          <a:solidFill>
            <a:srgbClr val="84AAFF"/>
          </a:solidFill>
          <a:ln/>
        </p:spPr>
      </p:sp>
      <p:sp>
        <p:nvSpPr>
          <p:cNvPr id="6" name="Shape 4"/>
          <p:cNvSpPr/>
          <p:nvPr/>
        </p:nvSpPr>
        <p:spPr>
          <a:xfrm>
            <a:off x="3810030" y="1524030"/>
            <a:ext cx="2476470" cy="190497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5105370" y="2095530"/>
            <a:ext cx="2476470" cy="1904970"/>
          </a:xfrm>
          <a:prstGeom prst="rect">
            <a:avLst/>
          </a:prstGeom>
          <a:solidFill>
            <a:srgbClr val="EDF6FF"/>
          </a:solidFill>
          <a:ln/>
        </p:spPr>
      </p:sp>
      <p:sp>
        <p:nvSpPr>
          <p:cNvPr id="8" name="Shape 6"/>
          <p:cNvSpPr/>
          <p:nvPr/>
        </p:nvSpPr>
        <p:spPr>
          <a:xfrm>
            <a:off x="5105370" y="2095530"/>
            <a:ext cx="1181130" cy="1333470"/>
          </a:xfrm>
          <a:prstGeom prst="rect">
            <a:avLst/>
          </a:prstGeom>
          <a:solidFill>
            <a:srgbClr val="E9A023"/>
          </a:solidFill>
          <a:ln/>
        </p:spPr>
      </p:sp>
      <p:sp>
        <p:nvSpPr>
          <p:cNvPr id="9" name="Shape 7"/>
          <p:cNvSpPr/>
          <p:nvPr/>
        </p:nvSpPr>
        <p:spPr>
          <a:xfrm>
            <a:off x="7010430" y="1524030"/>
            <a:ext cx="2476470" cy="190497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8305770" y="2095530"/>
            <a:ext cx="2476470" cy="1904970"/>
          </a:xfrm>
          <a:prstGeom prst="rect">
            <a:avLst/>
          </a:prstGeom>
          <a:solidFill>
            <a:srgbClr val="F0F5FF"/>
          </a:solidFill>
          <a:ln/>
        </p:spPr>
      </p:sp>
      <p:sp>
        <p:nvSpPr>
          <p:cNvPr id="11" name="Shape 9"/>
          <p:cNvSpPr/>
          <p:nvPr/>
        </p:nvSpPr>
        <p:spPr>
          <a:xfrm>
            <a:off x="8305770" y="2095530"/>
            <a:ext cx="1181130" cy="1333470"/>
          </a:xfrm>
          <a:prstGeom prst="rect">
            <a:avLst/>
          </a:prstGeom>
          <a:solidFill>
            <a:srgbClr val="84AA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09630" y="4190970"/>
            <a:ext cx="2476470" cy="190497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Shape 11"/>
          <p:cNvSpPr/>
          <p:nvPr/>
        </p:nvSpPr>
        <p:spPr>
          <a:xfrm>
            <a:off x="1904970" y="4762470"/>
            <a:ext cx="2476470" cy="1904970"/>
          </a:xfrm>
          <a:prstGeom prst="rect">
            <a:avLst/>
          </a:prstGeom>
          <a:solidFill>
            <a:srgbClr val="5C6064"/>
          </a:solidFill>
          <a:ln/>
        </p:spPr>
      </p:sp>
      <p:sp>
        <p:nvSpPr>
          <p:cNvPr id="14" name="Shape 12"/>
          <p:cNvSpPr/>
          <p:nvPr/>
        </p:nvSpPr>
        <p:spPr>
          <a:xfrm>
            <a:off x="1904970" y="4762470"/>
            <a:ext cx="1181130" cy="1333470"/>
          </a:xfrm>
          <a:prstGeom prst="rect">
            <a:avLst/>
          </a:prstGeom>
          <a:solidFill>
            <a:srgbClr val="8E590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2026-10-21T22:48:02Z</dcterms:created>
  <dcterms:modified xsi:type="dcterms:W3CDTF">2026-10-21T22:48:02Z</dcterms:modified>
</cp:coreProperties>
</file>