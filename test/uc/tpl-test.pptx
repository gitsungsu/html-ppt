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_TITLE_ONLY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987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ACME Corp. · Confidential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0" name="Title 1"/>
          <p:cNvSpPr>
            <a:spLocks noGrp="1"/>
          </p:cNvSpPr>
          <p:nvPr>
            <p:ph type="title"/>
          </p:nvPr>
        </p:nvSpPr>
        <p:spPr>
          <a:xfrm>
            <a:off x="548640" y="365760"/>
            <a:ext cx="11064240" cy="822960"/>
          </a:xfrm>
        </p:spPr>
        <p:txBody>
          <a:bodyPr anchor="t"/>
          <a:lstStyle>
            <a:lvl1pPr>
              <a:defRPr sz="3200" b="1">
                <a:solidFill>
                  <a:srgbClr val="FFFFFF"/>
                </a:solidFill>
                <a:latin typeface="Malgun Gothic"/>
              </a:defRPr>
            </a:lvl1pPr>
          </a:lstStyle>
          <a:p>
            <a:endParaRPr 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_BLANK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3987E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p1"/>
          <p:cNvSpPr/>
          <p:nvPr>
            <p:ph type="title"/>
          </p:nvPr>
        </p:nvSpPr>
        <p:spPr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템플릿 제목 자리표시자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09630" y="1639519"/>
            <a:ext cx="4742536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C9D1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 텍스트는 HTML 스타일을 그대로 유지합니다.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609630" y="2286000"/>
            <a:ext cx="4000500" cy="1714500"/>
          </a:xfrm>
          <a:prstGeom prst="roundRect">
            <a:avLst>
              <a:gd name="adj" fmla="val 7776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38230" y="2525298"/>
            <a:ext cx="2315809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Title Only 레이아웃 카드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30" y="1287109"/>
            <a:ext cx="4568434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C9D1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Blank 레이아웃 슬라이드 (제목 자리표시자 없음)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609630" y="1933590"/>
            <a:ext cx="4000500" cy="1714500"/>
          </a:xfrm>
          <a:prstGeom prst="roundRect">
            <a:avLst>
              <a:gd name="adj" fmla="val 7776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838230" y="2172889"/>
            <a:ext cx="1914662" cy="27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Blank 레이아웃 카드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2026-10-22T07:36:51Z</dcterms:created>
  <dcterms:modified xsi:type="dcterms:W3CDTF">2026-10-22T07:36:51Z</dcterms:modified>
</cp:coreProperties>
</file>