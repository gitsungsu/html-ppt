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_TITLE_ONLY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3987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ACME Corp. · Confidential</a:t>
            </a:r>
            <a:endParaRPr lang="en-US" sz="1000" dirty="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8138160" cy="822960"/>
          </a:xfrm>
        </p:spPr>
        <p:txBody>
          <a:bodyPr anchor="t"/>
          <a:lstStyle>
            <a:lvl1pPr>
              <a:defRPr sz="3200" b="1">
                <a:solidFill>
                  <a:srgbClr val="FFFFFF"/>
                </a:solidFill>
                <a:latin typeface="Malgun Gothic"/>
              </a:defRPr>
            </a:lvl1pPr>
          </a:lstStyle>
          <a:p>
            <a:endParaRPr 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_BLANK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3987E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p1"/>
          <p:cNvSpPr/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제목 자리표시자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457109" y="2086844"/>
            <a:ext cx="3557016" cy="207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C9D1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텍스트는 HTML 스타일을 그대로 유지합니다.</a:t>
            </a:r>
            <a:endParaRPr lang="en-US" sz="1238" dirty="0"/>
          </a:p>
        </p:txBody>
      </p:sp>
      <p:sp>
        <p:nvSpPr>
          <p:cNvPr id="4" name="Shape 2"/>
          <p:cNvSpPr/>
          <p:nvPr/>
        </p:nvSpPr>
        <p:spPr>
          <a:xfrm>
            <a:off x="457109" y="2571659"/>
            <a:ext cx="3000421" cy="1285921"/>
          </a:xfrm>
          <a:prstGeom prst="roundRect">
            <a:avLst>
              <a:gd name="adj" fmla="val 7779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28559" y="2751247"/>
            <a:ext cx="1736903" cy="207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Title Only 레이아웃 카드</a:t>
            </a:r>
            <a:endParaRPr lang="en-US" sz="123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09" y="1822491"/>
            <a:ext cx="3426440" cy="207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C9D1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Blank 레이아웃 슬라이드 (제목 자리표시자 없음)</a:t>
            </a:r>
            <a:endParaRPr lang="en-US" sz="1238" dirty="0"/>
          </a:p>
        </p:txBody>
      </p:sp>
      <p:sp>
        <p:nvSpPr>
          <p:cNvPr id="3" name="Shape 1"/>
          <p:cNvSpPr/>
          <p:nvPr/>
        </p:nvSpPr>
        <p:spPr>
          <a:xfrm>
            <a:off x="457109" y="2307397"/>
            <a:ext cx="3000421" cy="1285921"/>
          </a:xfrm>
          <a:prstGeom prst="roundRect">
            <a:avLst>
              <a:gd name="adj" fmla="val 7779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28559" y="2486894"/>
            <a:ext cx="1436065" cy="207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Blank 레이아웃 카드</a:t>
            </a:r>
            <a:endParaRPr lang="en-US" sz="123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2026-10-21T22:46:31Z</dcterms:created>
  <dcterms:modified xsi:type="dcterms:W3CDTF">2026-10-21T22:46:31Z</dcterms:modified>
</cp:coreProperties>
</file>