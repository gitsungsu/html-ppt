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7619695"/>
  <p:notesSz cx="7619695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TITLE_ONLY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071055"/>
            <a:ext cx="12191695" cy="548640"/>
          </a:xfrm>
          <a:prstGeom prst="rect">
            <a:avLst/>
          </a:prstGeom>
          <a:solidFill>
            <a:srgbClr val="3987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675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ACME Corp. · Confidential</a:t>
            </a:r>
            <a:endParaRPr lang="en-US" sz="1000" dirty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anchor="t"/>
          <a:lstStyle>
            <a:lvl1pPr>
              <a:defRPr sz="3200" b="1">
                <a:solidFill>
                  <a:srgbClr val="FFFFFF"/>
                </a:solidFill>
                <a:latin typeface="Malgun Gothic"/>
              </a:defRPr>
            </a:lvl1pPr>
          </a:lstStyle>
          <a:p>
            <a:endParaRPr 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BLAN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071055"/>
            <a:ext cx="12191695" cy="548640"/>
          </a:xfrm>
          <a:prstGeom prst="rect">
            <a:avLst/>
          </a:prstGeom>
          <a:solidFill>
            <a:srgbClr val="3987E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p1"/>
          <p:cNvSpPr/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제목 자리표시자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09448" y="2020367"/>
            <a:ext cx="4742536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C9D1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텍스트는 HTML 스타일을 그대로 유지합니다.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09448" y="2666848"/>
            <a:ext cx="4000500" cy="1714500"/>
          </a:xfrm>
          <a:prstGeom prst="roundRect">
            <a:avLst>
              <a:gd name="adj" fmla="val 7776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38048" y="2906146"/>
            <a:ext cx="2315809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Title Only 레이아웃 카드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8" y="1667957"/>
            <a:ext cx="4568434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C9D1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Blank 레이아웃 슬라이드 (제목 자리표시자 없음)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609448" y="2314438"/>
            <a:ext cx="4000500" cy="1714500"/>
          </a:xfrm>
          <a:prstGeom prst="roundRect">
            <a:avLst>
              <a:gd name="adj" fmla="val 7776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838048" y="2553736"/>
            <a:ext cx="1914662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Blank 레이아웃 카드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2026-10-21T22:57:04Z</dcterms:created>
  <dcterms:modified xsi:type="dcterms:W3CDTF">2026-10-21T22:57:04Z</dcterms:modified>
</cp:coreProperties>
</file>