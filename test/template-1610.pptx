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7619695"/>
  <p:notesSz cx="7619695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TITLE_ONLY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71055"/>
            <a:ext cx="12191695" cy="54864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675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ACME Corp. · Confidential</a:t>
            </a:r>
            <a:endParaRPr lang="en-US" sz="1000" dirty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anchor="t"/>
          <a:lstStyle>
            <a:lvl1pPr>
              <a:defRPr sz="3200" b="1">
                <a:solidFill>
                  <a:srgbClr val="FFFFFF"/>
                </a:solidFill>
                <a:latin typeface="Malgun Gothic"/>
              </a:defRPr>
            </a:lvl1pPr>
          </a:lstStyle>
          <a:p>
            <a:endParaRPr 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BLAN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71055"/>
            <a:ext cx="12191695" cy="548640"/>
          </a:xfrm>
          <a:prstGeom prst="rect">
            <a:avLst/>
          </a:prstGeom>
          <a:solidFill>
            <a:srgbClr val="3987E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2026-10-21T22:57:00Z</dcterms:created>
  <dcterms:modified xsi:type="dcterms:W3CDTF">2026-10-21T22:57:00Z</dcterms:modified>
</cp:coreProperties>
</file>