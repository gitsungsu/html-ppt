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_ONLY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ACME Corp. · Confidential</a:t>
            </a:r>
            <a:endParaRPr lang="en-US" sz="1000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138160" cy="822960"/>
          </a:xfrm>
        </p:spPr>
        <p:txBody>
          <a:bodyPr anchor="t"/>
          <a:lstStyle>
            <a:lvl1pPr>
              <a:defRPr sz="3200" b="1">
                <a:solidFill>
                  <a:srgbClr val="FFFFFF"/>
                </a:solidFill>
                <a:latin typeface="Malgun Gothic"/>
              </a:defRPr>
            </a:lvl1pPr>
          </a:lstStyle>
          <a:p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987E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2026-10-21T22:44:50Z</dcterms:created>
  <dcterms:modified xsi:type="dcterms:W3CDTF">2026-10-21T22:44:50Z</dcterms:modified>
</cp:coreProperties>
</file>