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62DA7-5904-5F5F-3B24-4BE6B09D4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668CFD-3D41-80B3-A01E-32F421629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19A0B-467D-2C90-3C6E-09F6F0CC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3B2-9A9C-44E6-B359-4540B7EE9CC8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6D3D9A-8B22-F50F-B962-70E641E4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53442E-DFBA-705A-14F9-C6CD849D6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30D83-54B0-427F-9327-72BB2C42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31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767A3-40D8-6DAD-65C1-B1983CAA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D4D88-97A6-677E-63C3-0C0AC51F8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FA251-9675-448A-D3B1-FA598B6D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3B2-9A9C-44E6-B359-4540B7EE9CC8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DC2C5A-11FD-3102-B5C3-F57FFE73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D3804-E2A4-737D-CFDA-BA651B94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30D83-54B0-427F-9327-72BB2C42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2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35EEC7-0C3E-9444-3D1B-5ABA2BFE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5F4861-88B1-D551-BB91-A93A8699E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A69861-F1AF-C02D-A607-3147BA2A2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BD3B2-9A9C-44E6-B359-4540B7EE9CC8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EFF89A-613D-F496-48C2-BCDFFE5AA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2FFF69-260C-10F2-0DAD-AD1E60AE0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30D83-54B0-427F-9327-72BB2C4260B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A88920EB-D59C-FD28-A401-FB27E4F2DC07}"/>
              </a:ext>
            </a:extLst>
          </p:cNvPr>
          <p:cNvPicPr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127000"/>
            <a:ext cx="1524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5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3" baseType="lpstr">
      <vt:lpstr>맑은 고딕</vt:lpstr>
      <vt:lpstr>Arial</vt:lpstr>
      <vt:lpstr>Office 테마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전성수</dc:creator>
  <cp:lastModifiedBy>전성수</cp:lastModifiedBy>
  <cp:revision>1</cp:revision>
  <dcterms:created xsi:type="dcterms:W3CDTF">2026-10-23T06:04:09Z</dcterms:created>
  <dcterms:modified xsi:type="dcterms:W3CDTF">2026-10-23T06:04:09Z</dcterms:modified>
</cp:coreProperties>
</file>