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TITLE_ONLY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ACME Corp. · Confidential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anchor="t"/>
          <a:lstStyle>
            <a:lvl1pPr>
              <a:defRPr sz="3200" b="1">
                <a:solidFill>
                  <a:srgbClr val="FFFFFF"/>
                </a:solidFill>
                <a:latin typeface="Malgun Gothic"/>
              </a:defRPr>
            </a:lvl1pPr>
          </a:lstStyle>
          <a:p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987E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2026-10-21T22:39:11Z</dcterms:created>
  <dcterms:modified xsi:type="dcterms:W3CDTF">2026-10-21T22:39:11Z</dcterms:modified>
</cp:coreProperties>
</file>